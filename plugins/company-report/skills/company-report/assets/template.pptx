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0f0c72437040f7" /><Relationship Type="http://schemas.openxmlformats.org/officeDocument/2006/relationships/extended-properties" Target="/docProps/app.xml" Id="Rc9e463e67a5a464d" /><Relationship Type="http://schemas.openxmlformats.org/officeDocument/2006/relationships/officeDocument" Target="/ppt/presentation.xml" Id="Rde6dc4da9f0947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0201179b994f1a"/>
  </p:sldMasterIdLst>
  <p:notesMasterIdLst>
    <p:notesMasterId xmlns:r="http://schemas.openxmlformats.org/officeDocument/2006/relationships" r:id="R0adda8447db34aab"/>
  </p:notesMasterIdLst>
  <p:sldIdLst>
    <p:sldId xmlns:r="http://schemas.openxmlformats.org/officeDocument/2006/relationships" id="256" r:id="R5d1fa64423464884"/>
    <p:sldId xmlns:r="http://schemas.openxmlformats.org/officeDocument/2006/relationships" id="257" r:id="R12e7f3677ff04818"/>
    <p:sldId xmlns:r="http://schemas.openxmlformats.org/officeDocument/2006/relationships" id="258" r:id="Rc8a407bf87424747"/>
    <p:sldId xmlns:r="http://schemas.openxmlformats.org/officeDocument/2006/relationships" id="259" r:id="R6b2b4262b9d2457d"/>
    <p:sldId xmlns:r="http://schemas.openxmlformats.org/officeDocument/2006/relationships" id="260" r:id="R67d870e55b4f4c32"/>
    <p:sldId xmlns:r="http://schemas.openxmlformats.org/officeDocument/2006/relationships" id="261" r:id="R4b044bdef65646b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9b4b2b5ccd4d85" /><Relationship Type="http://schemas.openxmlformats.org/officeDocument/2006/relationships/slideMaster" Target="/ppt/slideMasters/slideMaster1.xml" Id="R220201179b994f1a" /><Relationship Type="http://schemas.openxmlformats.org/officeDocument/2006/relationships/notesMaster" Target="/ppt/notesMasters/notesMaster1.xml" Id="R0adda8447db34aab" /><Relationship Type="http://schemas.openxmlformats.org/officeDocument/2006/relationships/presProps" Target="/ppt/presProps.xml" Id="Ra162979239fc4126" /><Relationship Type="http://schemas.openxmlformats.org/officeDocument/2006/relationships/tableStyles" Target="/ppt/tableStyles.xml" Id="R6649552393ca42c5" /><Relationship Type="http://schemas.openxmlformats.org/officeDocument/2006/relationships/slide" Target="/ppt/slides/slide1.xml" Id="R5d1fa64423464884" /><Relationship Type="http://schemas.openxmlformats.org/officeDocument/2006/relationships/slide" Target="/ppt/slides/slide2.xml" Id="R12e7f3677ff04818" /><Relationship Type="http://schemas.openxmlformats.org/officeDocument/2006/relationships/slide" Target="/ppt/slides/slide3.xml" Id="Rc8a407bf87424747" /><Relationship Type="http://schemas.openxmlformats.org/officeDocument/2006/relationships/slide" Target="/ppt/slides/slide4.xml" Id="R6b2b4262b9d2457d" /><Relationship Type="http://schemas.openxmlformats.org/officeDocument/2006/relationships/slide" Target="/ppt/slides/slide5.xml" Id="R67d870e55b4f4c32" /><Relationship Type="http://schemas.openxmlformats.org/officeDocument/2006/relationships/slide" Target="/ppt/slides/slide6.xml" Id="R4b044bdef65646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c5ec71a77404f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62628f2d1e946bc" /><Relationship Type="http://schemas.openxmlformats.org/officeDocument/2006/relationships/notesMaster" Target="/ppt/notesMasters/notesMaster1.xml" Id="Rae5debd8727f48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4c9098e37749f6" /><Relationship Type="http://schemas.openxmlformats.org/officeDocument/2006/relationships/notesMaster" Target="/ppt/notesMasters/notesMaster1.xml" Id="R6cd1f01f171e46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8e95c9bc630482f" /><Relationship Type="http://schemas.openxmlformats.org/officeDocument/2006/relationships/notesMaster" Target="/ppt/notesMasters/notesMaster1.xml" Id="R0c1a03f8be844aa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17ee2040d34980" /><Relationship Type="http://schemas.openxmlformats.org/officeDocument/2006/relationships/notesMaster" Target="/ppt/notesMasters/notesMaster1.xml" Id="Rfd54904f4df54f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7d35abd5be84d5a" /><Relationship Type="http://schemas.openxmlformats.org/officeDocument/2006/relationships/notesMaster" Target="/ppt/notesMasters/notesMaster1.xml" Id="R99c141b02e5645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fd0b46b6534f98" /><Relationship Type="http://schemas.openxmlformats.org/officeDocument/2006/relationships/notesMaster" Target="/ppt/notesMasters/notesMaster1.xml" Id="R390e838e8c774b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a0305f47f84e4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e9bc6b68e5d4c6b" /><Relationship Type="http://schemas.openxmlformats.org/officeDocument/2006/relationships/slideLayout" Target="/ppt/slideLayouts/slideLayout1.xml" Id="R6686375b4a13409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86375b4a1340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67c8bda7d04846" /><Relationship Type="http://schemas.openxmlformats.org/officeDocument/2006/relationships/notesSlide" Target="/ppt/notesSlides/notesSlide1.xml" Id="R283ae7686540419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0860455fa94ecb" /><Relationship Type="http://schemas.openxmlformats.org/officeDocument/2006/relationships/notesSlide" Target="/ppt/notesSlides/notesSlide2.xml" Id="R6cd85354fbf44a6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4ec2e9104d4503" /><Relationship Type="http://schemas.openxmlformats.org/officeDocument/2006/relationships/notesSlide" Target="/ppt/notesSlides/notesSlide3.xml" Id="Re11b1e75c7b54c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1d4cedc1644828" /><Relationship Type="http://schemas.openxmlformats.org/officeDocument/2006/relationships/notesSlide" Target="/ppt/notesSlides/notesSlide4.xml" Id="Radbb9ed4a72f45b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b2ab14e79948be" /><Relationship Type="http://schemas.openxmlformats.org/officeDocument/2006/relationships/notesSlide" Target="/ppt/notesSlides/notesSlide5.xml" Id="R8f30b4fbfceb429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087c20fd5c4836" /><Relationship Type="http://schemas.openxmlformats.org/officeDocument/2006/relationships/notesSlide" Target="/ppt/notesSlides/notesSlide6.xml" Id="R5caa8c72b741448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E79E75A8-8A97-4714-8CA2-D84C4824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8B29ECF5-3517-4FDE-A3B5-521BB4A16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0444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1">
                <a:solidFill>
                  <a:srgbClr val="F04444"/>
                </a:solidFill>
                <a:latin typeface="NanumBarunGothic"/>
                <a:ea typeface="NanumBarunGothic"/>
                <a:cs typeface="NanumBarunGothic"/>
              </a:rPr>
              <a:t>COMPANY REPORT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3B6B163-F458-425A-877C-F74753776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685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5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[보고서 제목]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837AEBD-CF16-4948-B448-779F931B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685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[보고 목적 또는 한 줄 설명]</a:t>
            </a:r>
          </a:p>
        </p:txBody>
      </p:sp>
      <p:sp>
        <p:nvSpPr>
          <p:cNvPr id="5" name="cover-date">
            <a:extLst xmlns:a="http://schemas.openxmlformats.org/drawingml/2006/main">
              <a:ext uri="{FF2B5EF4-FFF2-40B4-BE49-F238E27FC236}">
                <a16:creationId xmlns:a16="http://schemas.microsoft.com/office/drawing/2014/main" id="{EF2608E5-0603-4C7F-BA1C-E64F6F5EF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82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YYYY.MM.DD  |  작성 부서</a:t>
            </a:r>
          </a:p>
        </p:txBody>
      </p:sp>
      <p:sp>
        <p:nvSpPr>
          <p:cNvPr id="6" name="cover-bottom">
            <a:extLst xmlns:a="http://schemas.openxmlformats.org/drawingml/2006/main">
              <a:ext uri="{FF2B5EF4-FFF2-40B4-BE49-F238E27FC236}">
                <a16:creationId xmlns:a16="http://schemas.microsoft.com/office/drawing/2014/main" id="{761CECD2-BCFE-4627-A9F6-1EBD68F2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10972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6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285CBD4F-F77B-40B1-AD86-B67C506B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9230241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cent-left">
            <a:extLst xmlns:a="http://schemas.openxmlformats.org/drawingml/2006/main">
              <a:ext uri="{FF2B5EF4-FFF2-40B4-BE49-F238E27FC236}">
                <a16:creationId xmlns:a16="http://schemas.microsoft.com/office/drawing/2014/main" id="{ACC18D9D-63DD-4785-A841-98415A02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accent-bottom">
            <a:extLst xmlns:a="http://schemas.openxmlformats.org/drawingml/2006/main">
              <a:ext uri="{FF2B5EF4-FFF2-40B4-BE49-F238E27FC236}">
                <a16:creationId xmlns:a16="http://schemas.microsoft.com/office/drawing/2014/main" id="{EAE1763D-46D4-429B-B4D1-B2547D25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10972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6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F5F49699-52AC-4229-9F89-444CCD3E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COMPANY REPORT  •  INTERNAL</a:t>
            </a:r>
          </a:p>
        </p:txBody>
      </p:sp>
      <p:sp>
        <p:nvSpPr>
          <p:cNvPr id="4" name="footer-page">
            <a:extLst xmlns:a="http://schemas.openxmlformats.org/drawingml/2006/main">
              <a:ext uri="{FF2B5EF4-FFF2-40B4-BE49-F238E27FC236}">
                <a16:creationId xmlns:a16="http://schemas.microsoft.com/office/drawing/2014/main" id="{F2D85CED-E0F2-4A76-B24D-8B14CB6D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02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C1B8D70-B441-4C56-8B80-C254398E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2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[한 문장 결론]</a:t>
            </a:r>
          </a:p>
        </p:txBody>
      </p:sp>
      <p:sp>
        <p:nvSpPr>
          <p:cNvPr id="6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D08B325-8595-4F93-AA92-447A39EE5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[결론을 뒷받침하는 한 줄 보조 메시지]</a:t>
            </a:r>
          </a:p>
        </p:txBody>
      </p:sp>
      <p:sp>
        <p:nvSpPr>
          <p:cNvPr id="7" name="section-1-eyebrow">
            <a:extLst xmlns:a="http://schemas.openxmlformats.org/drawingml/2006/main">
              <a:ext uri="{FF2B5EF4-FFF2-40B4-BE49-F238E27FC236}">
                <a16:creationId xmlns:a16="http://schemas.microsoft.com/office/drawing/2014/main" id="{BB79E96B-F55B-4AE9-9242-6E5FD0F8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0444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825" b="1">
                <a:solidFill>
                  <a:srgbClr val="F04444"/>
                </a:solidFill>
                <a:latin typeface="NanumBarunGothic"/>
                <a:ea typeface="NanumBarunGothic"/>
                <a:cs typeface="NanumBarunGothic"/>
              </a:rPr>
              <a:t>01</a:t>
            </a:r>
          </a:p>
        </p:txBody>
      </p:sp>
      <p:sp>
        <p:nvSpPr>
          <p:cNvPr id="8" name="section-1-title">
            <a:extLst xmlns:a="http://schemas.openxmlformats.org/drawingml/2006/main">
              <a:ext uri="{FF2B5EF4-FFF2-40B4-BE49-F238E27FC236}">
                <a16:creationId xmlns:a16="http://schemas.microsoft.com/office/drawing/2014/main" id="{5F2E8F8D-1A42-40B9-AC96-DD1B6646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335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배경·현황</a:t>
            </a:r>
          </a:p>
        </p:txBody>
      </p:sp>
      <p:sp>
        <p:nvSpPr>
          <p:cNvPr id="9" name="section-1-message">
            <a:extLst xmlns:a="http://schemas.openxmlformats.org/drawingml/2006/main">
              <a:ext uri="{FF2B5EF4-FFF2-40B4-BE49-F238E27FC236}">
                <a16:creationId xmlns:a16="http://schemas.microsoft.com/office/drawing/2014/main" id="{7D2DA543-7DDB-4F9D-86CC-8A0F974E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33528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지금 알아야 할 변화</a:t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목표 또는 기준 대비 상태</a:t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보고가 필요한 이유</a:t>
            </a:r>
          </a:p>
        </p:txBody>
      </p:sp>
      <p:sp>
        <p:nvSpPr>
          <p:cNvPr id="10" name="divider-1">
            <a:extLst xmlns:a="http://schemas.openxmlformats.org/drawingml/2006/main">
              <a:ext uri="{FF2B5EF4-FFF2-40B4-BE49-F238E27FC236}">
                <a16:creationId xmlns:a16="http://schemas.microsoft.com/office/drawing/2014/main" id="{205D85CD-4F44-47E3-8D3F-A88BBA1B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57350"/>
            <a:ext cx="952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ection-2-eyebrow">
            <a:extLst xmlns:a="http://schemas.openxmlformats.org/drawingml/2006/main">
              <a:ext uri="{FF2B5EF4-FFF2-40B4-BE49-F238E27FC236}">
                <a16:creationId xmlns:a16="http://schemas.microsoft.com/office/drawing/2014/main" id="{BA2D4AA2-9D44-4E41-8844-A8B2214D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573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8BD2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825" b="1">
                <a:solidFill>
                  <a:srgbClr val="168BD2"/>
                </a:solidFill>
                <a:latin typeface="NanumBarunGothic"/>
                <a:ea typeface="NanumBarunGothic"/>
                <a:cs typeface="NanumBarunGothic"/>
              </a:rPr>
              <a:t>02</a:t>
            </a:r>
          </a:p>
        </p:txBody>
      </p:sp>
      <p:sp>
        <p:nvSpPr>
          <p:cNvPr id="12" name="section-2-title">
            <a:extLst xmlns:a="http://schemas.openxmlformats.org/drawingml/2006/main">
              <a:ext uri="{FF2B5EF4-FFF2-40B4-BE49-F238E27FC236}">
                <a16:creationId xmlns:a16="http://schemas.microsoft.com/office/drawing/2014/main" id="{AB5D551A-DFE5-4307-B315-357F5793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24050"/>
            <a:ext cx="335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핵심 근거</a:t>
            </a:r>
          </a:p>
        </p:txBody>
      </p:sp>
      <p:sp>
        <p:nvSpPr>
          <p:cNvPr id="13" name="section-2-message">
            <a:extLst xmlns:a="http://schemas.openxmlformats.org/drawingml/2006/main">
              <a:ext uri="{FF2B5EF4-FFF2-40B4-BE49-F238E27FC236}">
                <a16:creationId xmlns:a16="http://schemas.microsoft.com/office/drawing/2014/main" id="{3DA455E3-CA80-4C44-BB10-C8377D3B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24100"/>
            <a:ext cx="33528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결론을 지지하는 핵심 수치</a:t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원인 또는 의미</a:t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출처와 기준일</a:t>
            </a:r>
          </a:p>
        </p:txBody>
      </p:sp>
      <p:sp>
        <p:nvSpPr>
          <p:cNvPr id="14" name="divider-2">
            <a:extLst xmlns:a="http://schemas.openxmlformats.org/drawingml/2006/main">
              <a:ext uri="{FF2B5EF4-FFF2-40B4-BE49-F238E27FC236}">
                <a16:creationId xmlns:a16="http://schemas.microsoft.com/office/drawing/2014/main" id="{BF31E634-E037-4064-8942-C8104E92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57350"/>
            <a:ext cx="952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ection-3-eyebrow">
            <a:extLst xmlns:a="http://schemas.openxmlformats.org/drawingml/2006/main">
              <a:ext uri="{FF2B5EF4-FFF2-40B4-BE49-F238E27FC236}">
                <a16:creationId xmlns:a16="http://schemas.microsoft.com/office/drawing/2014/main" id="{CA8746DB-BA46-4D7D-BBA7-3576CE643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573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B61FF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825" b="1">
                <a:solidFill>
                  <a:srgbClr val="7B61FF"/>
                </a:solidFill>
                <a:latin typeface="NanumBarunGothic"/>
                <a:ea typeface="NanumBarunGothic"/>
                <a:cs typeface="NanumBarunGothic"/>
              </a:rPr>
              <a:t>03</a:t>
            </a:r>
          </a:p>
        </p:txBody>
      </p:sp>
      <p:sp>
        <p:nvSpPr>
          <p:cNvPr id="16" name="section-3-title">
            <a:extLst xmlns:a="http://schemas.openxmlformats.org/drawingml/2006/main">
              <a:ext uri="{FF2B5EF4-FFF2-40B4-BE49-F238E27FC236}">
                <a16:creationId xmlns:a16="http://schemas.microsoft.com/office/drawing/2014/main" id="{7DB40185-110E-403F-9795-10B6F4D64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24050"/>
            <a:ext cx="335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요청·다음 단계</a:t>
            </a:r>
          </a:p>
        </p:txBody>
      </p:sp>
      <p:sp>
        <p:nvSpPr>
          <p:cNvPr id="17" name="section-3-message">
            <a:extLst xmlns:a="http://schemas.openxmlformats.org/drawingml/2006/main">
              <a:ext uri="{FF2B5EF4-FFF2-40B4-BE49-F238E27FC236}">
                <a16:creationId xmlns:a16="http://schemas.microsoft.com/office/drawing/2014/main" id="{0E715B15-32E9-4514-9EA5-D494D93DE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24100"/>
            <a:ext cx="33528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승인 또는 의사결정 사항</a:t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담당자와 완료 기한</a:t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결정 후 즉시 실행할 일</a:t>
            </a:r>
          </a:p>
        </p:txBody>
      </p:sp>
    </p:spTree>
    <p:extLst>
      <p:ext uri="{BB962C8B-B14F-4D97-AF65-F5344CB8AC3E}">
        <p14:creationId xmlns:p14="http://schemas.microsoft.com/office/powerpoint/2010/main" val="13296016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accent-left">
            <a:extLst xmlns:a="http://schemas.openxmlformats.org/drawingml/2006/main">
              <a:ext uri="{FF2B5EF4-FFF2-40B4-BE49-F238E27FC236}">
                <a16:creationId xmlns:a16="http://schemas.microsoft.com/office/drawing/2014/main" id="{FA54C48B-64A3-4FA0-A6F1-9E24237F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accent-bottom">
            <a:extLst xmlns:a="http://schemas.openxmlformats.org/drawingml/2006/main">
              <a:ext uri="{FF2B5EF4-FFF2-40B4-BE49-F238E27FC236}">
                <a16:creationId xmlns:a16="http://schemas.microsoft.com/office/drawing/2014/main" id="{A8B71EC6-C4A8-4A2A-BC89-D0A30906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10972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6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5131C16-450C-43FE-94D2-EBB32324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COMPANY REPORT  •  INTERNAL</a:t>
            </a:r>
          </a:p>
        </p:txBody>
      </p:sp>
      <p:sp>
        <p:nvSpPr>
          <p:cNvPr id="4" name="footer-page">
            <a:extLst xmlns:a="http://schemas.openxmlformats.org/drawingml/2006/main">
              <a:ext uri="{FF2B5EF4-FFF2-40B4-BE49-F238E27FC236}">
                <a16:creationId xmlns:a16="http://schemas.microsoft.com/office/drawing/2014/main" id="{90674760-3EC0-4827-BC5C-7AF2DBF9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03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2F7A1A6-D6F1-4B43-B158-5C44F133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2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[핵심 메시지]</a:t>
            </a:r>
          </a:p>
        </p:txBody>
      </p:sp>
      <p:sp>
        <p:nvSpPr>
          <p:cNvPr id="6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95DC963-D307-49DB-AC11-ED3C605B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[메시지를 이해하는 데 필요한 전제]</a:t>
            </a:r>
          </a:p>
        </p:txBody>
      </p:sp>
      <p:sp>
        <p:nvSpPr>
          <p:cNvPr id="7" name="section-header">
            <a:extLst xmlns:a="http://schemas.openxmlformats.org/drawingml/2006/main">
              <a:ext uri="{FF2B5EF4-FFF2-40B4-BE49-F238E27FC236}">
                <a16:creationId xmlns:a16="http://schemas.microsoft.com/office/drawing/2014/main" id="{23864A63-16BE-412C-B16C-99CBC970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섹션 헤더</a:t>
            </a:r>
          </a:p>
        </p:txBody>
      </p:sp>
      <p:sp>
        <p:nvSpPr>
          <p:cNvPr id="8" name="section-lead">
            <a:extLst xmlns:a="http://schemas.openxmlformats.org/drawingml/2006/main">
              <a:ext uri="{FF2B5EF4-FFF2-40B4-BE49-F238E27FC236}">
                <a16:creationId xmlns:a16="http://schemas.microsoft.com/office/drawing/2014/main" id="{23F67E1F-F052-4727-AC62-46728D59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1. 핵심 근거 또는 판단</a:t>
            </a:r>
          </a:p>
        </p:txBody>
      </p:sp>
      <p:sp>
        <p:nvSpPr>
          <p:cNvPr id="9" name="section-body">
            <a:extLst xmlns:a="http://schemas.openxmlformats.org/drawingml/2006/main">
              <a:ext uri="{FF2B5EF4-FFF2-40B4-BE49-F238E27FC236}">
                <a16:creationId xmlns:a16="http://schemas.microsoft.com/office/drawing/2014/main" id="{52F4896D-0A2F-4810-81BB-96766D33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9850"/>
            <a:ext cx="6286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근거가 되는 사실과 수치</a:t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이 사실이 보고 대상에게 의미하는 바</a:t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필요한 조치 또는 후속 질문</a:t>
            </a:r>
          </a:p>
        </p:txBody>
      </p:sp>
      <p:sp>
        <p:nvSpPr>
          <p:cNvPr id="10" name="callout">
            <a:extLst xmlns:a="http://schemas.openxmlformats.org/drawingml/2006/main">
              <a:ext uri="{FF2B5EF4-FFF2-40B4-BE49-F238E27FC236}">
                <a16:creationId xmlns:a16="http://schemas.microsoft.com/office/drawing/2014/main" id="{DAC7B982-DAED-4970-A1CE-9325F611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allout-text">
            <a:extLst xmlns:a="http://schemas.openxmlformats.org/drawingml/2006/main">
              <a:ext uri="{FF2B5EF4-FFF2-40B4-BE49-F238E27FC236}">
                <a16:creationId xmlns:a16="http://schemas.microsoft.com/office/drawing/2014/main" id="{1A5680BF-37EB-46F2-A5FA-1A66B15DD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67200"/>
            <a:ext cx="10439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[강조할 결론, 원칙 또는 의사결정 요청]</a:t>
            </a:r>
          </a:p>
        </p:txBody>
      </p:sp>
    </p:spTree>
    <p:extLst>
      <p:ext uri="{BB962C8B-B14F-4D97-AF65-F5344CB8AC3E}">
        <p14:creationId xmlns:p14="http://schemas.microsoft.com/office/powerpoint/2010/main" val="4935984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cent-left">
            <a:extLst xmlns:a="http://schemas.openxmlformats.org/drawingml/2006/main">
              <a:ext uri="{FF2B5EF4-FFF2-40B4-BE49-F238E27FC236}">
                <a16:creationId xmlns:a16="http://schemas.microsoft.com/office/drawing/2014/main" id="{81BA39BF-CF6E-4A8F-91FC-29D9143B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accent-bottom">
            <a:extLst xmlns:a="http://schemas.openxmlformats.org/drawingml/2006/main">
              <a:ext uri="{FF2B5EF4-FFF2-40B4-BE49-F238E27FC236}">
                <a16:creationId xmlns:a16="http://schemas.microsoft.com/office/drawing/2014/main" id="{0A3BA495-A6B0-411A-ADFF-942207DA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10972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6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8042AF9-9602-410A-B937-4FAB49A98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COMPANY REPORT  •  INTERNAL</a:t>
            </a:r>
          </a:p>
        </p:txBody>
      </p:sp>
      <p:sp>
        <p:nvSpPr>
          <p:cNvPr id="4" name="footer-page">
            <a:extLst xmlns:a="http://schemas.openxmlformats.org/drawingml/2006/main">
              <a:ext uri="{FF2B5EF4-FFF2-40B4-BE49-F238E27FC236}">
                <a16:creationId xmlns:a16="http://schemas.microsoft.com/office/drawing/2014/main" id="{BEF53749-B821-48B9-9E5B-3B30E584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04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4468C68-3BE9-4959-84D5-DF80D15F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2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[두 관점의 비교로 판단 기준을 명확히 한다]</a:t>
            </a:r>
          </a:p>
        </p:txBody>
      </p:sp>
      <p:sp>
        <p:nvSpPr>
          <p:cNvPr id="6" name="left-frame">
            <a:extLst xmlns:a="http://schemas.openxmlformats.org/drawingml/2006/main">
              <a:ext uri="{FF2B5EF4-FFF2-40B4-BE49-F238E27FC236}">
                <a16:creationId xmlns:a16="http://schemas.microsoft.com/office/drawing/2014/main" id="{4B5B7312-8000-4EBE-A8F1-8B22D7EF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5257800" cy="449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7" name="right-frame">
            <a:extLst xmlns:a="http://schemas.openxmlformats.org/drawingml/2006/main">
              <a:ext uri="{FF2B5EF4-FFF2-40B4-BE49-F238E27FC236}">
                <a16:creationId xmlns:a16="http://schemas.microsoft.com/office/drawing/2014/main" id="{A5F58128-1A06-4095-A669-55A4982F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52550"/>
            <a:ext cx="5486400" cy="449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8" name="left-header">
            <a:extLst xmlns:a="http://schemas.openxmlformats.org/drawingml/2006/main">
              <a:ext uri="{FF2B5EF4-FFF2-40B4-BE49-F238E27FC236}">
                <a16:creationId xmlns:a16="http://schemas.microsoft.com/office/drawing/2014/main" id="{A5B01C1B-D70D-4F28-9ED9-AF103556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현황 또는 선택지 A</a:t>
            </a:r>
          </a:p>
        </p:txBody>
      </p:sp>
      <p:sp>
        <p:nvSpPr>
          <p:cNvPr id="9" name="left-body">
            <a:extLst xmlns:a="http://schemas.openxmlformats.org/drawingml/2006/main">
              <a:ext uri="{FF2B5EF4-FFF2-40B4-BE49-F238E27FC236}">
                <a16:creationId xmlns:a16="http://schemas.microsoft.com/office/drawing/2014/main" id="{A06FCBA1-A9C8-4EE2-AA02-9E04BE11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핵심 특징</a:t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기대 효과 또는 장점</a:t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제약과 리스크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[필요하면 표·차트·도형으로 교체]</a:t>
            </a:r>
          </a:p>
        </p:txBody>
      </p:sp>
      <p:sp>
        <p:nvSpPr>
          <p:cNvPr id="10" name="right-header">
            <a:extLst xmlns:a="http://schemas.openxmlformats.org/drawingml/2006/main">
              <a:ext uri="{FF2B5EF4-FFF2-40B4-BE49-F238E27FC236}">
                <a16:creationId xmlns:a16="http://schemas.microsoft.com/office/drawing/2014/main" id="{C7B506FA-2B3A-4197-AC6E-80B1025D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5735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계획 또는 선택지 B</a:t>
            </a:r>
          </a:p>
        </p:txBody>
      </p:sp>
      <p:sp>
        <p:nvSpPr>
          <p:cNvPr id="11" name="right-body">
            <a:extLst xmlns:a="http://schemas.openxmlformats.org/drawingml/2006/main">
              <a:ext uri="{FF2B5EF4-FFF2-40B4-BE49-F238E27FC236}">
                <a16:creationId xmlns:a16="http://schemas.microsoft.com/office/drawing/2014/main" id="{E9B576B3-3804-4EF7-A4E0-C3BE5B2A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90750"/>
            <a:ext cx="48006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핵심 특징</a:t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기대 효과 또는 장점</a:t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제약과 리스크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[필요하면 표·차트·도형으로 교체]</a:t>
            </a:r>
          </a:p>
        </p:txBody>
      </p:sp>
      <p:sp>
        <p:nvSpPr>
          <p:cNvPr id="12" name="comparison-callout">
            <a:extLst xmlns:a="http://schemas.openxmlformats.org/drawingml/2006/main">
              <a:ext uri="{FF2B5EF4-FFF2-40B4-BE49-F238E27FC236}">
                <a16:creationId xmlns:a16="http://schemas.microsoft.com/office/drawing/2014/main" id="{90AAF378-CE57-4642-A04D-8D816800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816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0444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00" b="1">
                <a:solidFill>
                  <a:srgbClr val="F04444"/>
                </a:solidFill>
                <a:latin typeface="NanumBarunGothic"/>
                <a:ea typeface="NanumBarunGothic"/>
                <a:cs typeface="NanumBarunGothic"/>
              </a:rPr>
              <a:t>권고안  |  [판단과 이유를 한 문장으로 작성]</a:t>
            </a:r>
          </a:p>
        </p:txBody>
      </p:sp>
    </p:spTree>
    <p:extLst>
      <p:ext uri="{BB962C8B-B14F-4D97-AF65-F5344CB8AC3E}">
        <p14:creationId xmlns:p14="http://schemas.microsoft.com/office/powerpoint/2010/main" val="19712622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cent-left">
            <a:extLst xmlns:a="http://schemas.openxmlformats.org/drawingml/2006/main">
              <a:ext uri="{FF2B5EF4-FFF2-40B4-BE49-F238E27FC236}">
                <a16:creationId xmlns:a16="http://schemas.microsoft.com/office/drawing/2014/main" id="{A25386A9-A29B-4497-90D2-EF321B2A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accent-bottom">
            <a:extLst xmlns:a="http://schemas.openxmlformats.org/drawingml/2006/main">
              <a:ext uri="{FF2B5EF4-FFF2-40B4-BE49-F238E27FC236}">
                <a16:creationId xmlns:a16="http://schemas.microsoft.com/office/drawing/2014/main" id="{06484C89-BAFA-4842-983E-8F6F05A9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10972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6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C329E23E-26F9-4497-ABED-FBC88B34A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COMPANY REPORT  •  INTERNAL</a:t>
            </a:r>
          </a:p>
        </p:txBody>
      </p:sp>
      <p:sp>
        <p:nvSpPr>
          <p:cNvPr id="4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614577B-9EE0-41F5-91CF-A47CC8FBC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05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91E3CA-BDC1-4303-93CD-5811916E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2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[세 가지 근거가 같은 결론을 가리킨다]</a:t>
            </a:r>
          </a:p>
        </p:txBody>
      </p:sp>
      <p:sp>
        <p:nvSpPr>
          <p:cNvPr id="6" name="column-1">
            <a:extLst xmlns:a="http://schemas.openxmlformats.org/drawingml/2006/main">
              <a:ext uri="{FF2B5EF4-FFF2-40B4-BE49-F238E27FC236}">
                <a16:creationId xmlns:a16="http://schemas.microsoft.com/office/drawing/2014/main" id="{A5BEEBCC-B75F-4D96-8BFA-9D109EE66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3352800" cy="445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7" name="column-1-index">
            <a:extLst xmlns:a="http://schemas.openxmlformats.org/drawingml/2006/main">
              <a:ext uri="{FF2B5EF4-FFF2-40B4-BE49-F238E27FC236}">
                <a16:creationId xmlns:a16="http://schemas.microsoft.com/office/drawing/2014/main" id="{AB890163-DBDF-406D-B6CA-1A406185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764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04444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825" b="1">
                <a:solidFill>
                  <a:srgbClr val="F04444"/>
                </a:solidFill>
                <a:latin typeface="NanumBarunGothic"/>
                <a:ea typeface="NanumBarunGothic"/>
                <a:cs typeface="NanumBarunGothic"/>
              </a:rPr>
              <a:t>01</a:t>
            </a:r>
          </a:p>
        </p:txBody>
      </p:sp>
      <p:sp>
        <p:nvSpPr>
          <p:cNvPr id="8" name="column-1-title">
            <a:extLst xmlns:a="http://schemas.openxmlformats.org/drawingml/2006/main">
              <a:ext uri="{FF2B5EF4-FFF2-40B4-BE49-F238E27FC236}">
                <a16:creationId xmlns:a16="http://schemas.microsoft.com/office/drawing/2014/main" id="{A264EDF9-C48E-4747-B02A-13FE01018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289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[근거 1]</a:t>
            </a:r>
          </a:p>
        </p:txBody>
      </p:sp>
      <p:sp>
        <p:nvSpPr>
          <p:cNvPr id="9" name="column-1-body">
            <a:extLst xmlns:a="http://schemas.openxmlformats.org/drawingml/2006/main">
              <a:ext uri="{FF2B5EF4-FFF2-40B4-BE49-F238E27FC236}">
                <a16:creationId xmlns:a16="http://schemas.microsoft.com/office/drawing/2014/main" id="{0AD90F4B-B096-4B81-83A1-6E8A7F3B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28956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핵심 사실 또는 수치</a:t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비교 기준과 의미</a:t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결론에 주는 영향</a:t>
            </a:r>
          </a:p>
        </p:txBody>
      </p:sp>
      <p:sp>
        <p:nvSpPr>
          <p:cNvPr id="10" name="column-2">
            <a:extLst xmlns:a="http://schemas.openxmlformats.org/drawingml/2006/main">
              <a:ext uri="{FF2B5EF4-FFF2-40B4-BE49-F238E27FC236}">
                <a16:creationId xmlns:a16="http://schemas.microsoft.com/office/drawing/2014/main" id="{85F668E2-C421-4465-A8B3-0D294C8E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390650"/>
            <a:ext cx="3352800" cy="445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11" name="column-2-index">
            <a:extLst xmlns:a="http://schemas.openxmlformats.org/drawingml/2006/main">
              <a:ext uri="{FF2B5EF4-FFF2-40B4-BE49-F238E27FC236}">
                <a16:creationId xmlns:a16="http://schemas.microsoft.com/office/drawing/2014/main" id="{CCA354D6-D41D-45A1-A5C7-F2076F02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6764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68BD2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825" b="1">
                <a:solidFill>
                  <a:srgbClr val="168BD2"/>
                </a:solidFill>
                <a:latin typeface="NanumBarunGothic"/>
                <a:ea typeface="NanumBarunGothic"/>
                <a:cs typeface="NanumBarunGothic"/>
              </a:rPr>
              <a:t>02</a:t>
            </a:r>
          </a:p>
        </p:txBody>
      </p:sp>
      <p:sp>
        <p:nvSpPr>
          <p:cNvPr id="12" name="column-2-title">
            <a:extLst xmlns:a="http://schemas.openxmlformats.org/drawingml/2006/main">
              <a:ext uri="{FF2B5EF4-FFF2-40B4-BE49-F238E27FC236}">
                <a16:creationId xmlns:a16="http://schemas.microsoft.com/office/drawing/2014/main" id="{26DFAB72-FD1F-4C2E-B64A-FC0E7A95E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038350"/>
            <a:ext cx="289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[근거 2]</a:t>
            </a:r>
          </a:p>
        </p:txBody>
      </p:sp>
      <p:sp>
        <p:nvSpPr>
          <p:cNvPr id="13" name="column-2-body">
            <a:extLst xmlns:a="http://schemas.openxmlformats.org/drawingml/2006/main">
              <a:ext uri="{FF2B5EF4-FFF2-40B4-BE49-F238E27FC236}">
                <a16:creationId xmlns:a16="http://schemas.microsoft.com/office/drawing/2014/main" id="{59C01306-B192-4C6B-9416-8F5961B41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571750"/>
            <a:ext cx="28956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핵심 사실 또는 수치</a:t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비교 기준과 의미</a:t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결론에 주는 영향</a:t>
            </a:r>
          </a:p>
        </p:txBody>
      </p:sp>
      <p:sp>
        <p:nvSpPr>
          <p:cNvPr id="14" name="column-3">
            <a:extLst xmlns:a="http://schemas.openxmlformats.org/drawingml/2006/main">
              <a:ext uri="{FF2B5EF4-FFF2-40B4-BE49-F238E27FC236}">
                <a16:creationId xmlns:a16="http://schemas.microsoft.com/office/drawing/2014/main" id="{D0920933-6CEA-493F-90C1-D7A089CC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390650"/>
            <a:ext cx="3352800" cy="445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15" name="column-3-index">
            <a:extLst xmlns:a="http://schemas.openxmlformats.org/drawingml/2006/main">
              <a:ext uri="{FF2B5EF4-FFF2-40B4-BE49-F238E27FC236}">
                <a16:creationId xmlns:a16="http://schemas.microsoft.com/office/drawing/2014/main" id="{B65680ED-6E45-4CE9-9F19-AD3743DD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764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B61FF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825" b="1">
                <a:solidFill>
                  <a:srgbClr val="7B61FF"/>
                </a:solidFill>
                <a:latin typeface="NanumBarunGothic"/>
                <a:ea typeface="NanumBarunGothic"/>
                <a:cs typeface="NanumBarunGothic"/>
              </a:rPr>
              <a:t>03</a:t>
            </a:r>
          </a:p>
        </p:txBody>
      </p:sp>
      <p:sp>
        <p:nvSpPr>
          <p:cNvPr id="16" name="column-3-title">
            <a:extLst xmlns:a="http://schemas.openxmlformats.org/drawingml/2006/main">
              <a:ext uri="{FF2B5EF4-FFF2-40B4-BE49-F238E27FC236}">
                <a16:creationId xmlns:a16="http://schemas.microsoft.com/office/drawing/2014/main" id="{7B428BB3-3FC2-406E-92A8-B36388D44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38350"/>
            <a:ext cx="289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3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[근거 3]</a:t>
            </a:r>
          </a:p>
        </p:txBody>
      </p:sp>
      <p:sp>
        <p:nvSpPr>
          <p:cNvPr id="17" name="column-3-body">
            <a:extLst xmlns:a="http://schemas.openxmlformats.org/drawingml/2006/main">
              <a:ext uri="{FF2B5EF4-FFF2-40B4-BE49-F238E27FC236}">
                <a16:creationId xmlns:a16="http://schemas.microsoft.com/office/drawing/2014/main" id="{46D90550-AC61-456C-A12A-BFE058BE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71750"/>
            <a:ext cx="28956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핵심 사실 또는 수치</a:t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비교 기준과 의미</a:t>
            </a:r>
          </a:p>
          <a:p xmlns:a="http://schemas.openxmlformats.org/drawingml/2006/main">
            <a:pPr algn="l">
              <a:def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0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• 결론에 주는 영향</a:t>
            </a:r>
          </a:p>
        </p:txBody>
      </p:sp>
    </p:spTree>
    <p:extLst>
      <p:ext uri="{BB962C8B-B14F-4D97-AF65-F5344CB8AC3E}">
        <p14:creationId xmlns:p14="http://schemas.microsoft.com/office/powerpoint/2010/main" val="6308606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accent-left">
            <a:extLst xmlns:a="http://schemas.openxmlformats.org/drawingml/2006/main">
              <a:ext uri="{FF2B5EF4-FFF2-40B4-BE49-F238E27FC236}">
                <a16:creationId xmlns:a16="http://schemas.microsoft.com/office/drawing/2014/main" id="{CA895D9F-ADC1-4566-A8C1-BE045F10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444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accent-bottom">
            <a:extLst xmlns:a="http://schemas.openxmlformats.org/drawingml/2006/main">
              <a:ext uri="{FF2B5EF4-FFF2-40B4-BE49-F238E27FC236}">
                <a16:creationId xmlns:a16="http://schemas.microsoft.com/office/drawing/2014/main" id="{2C2AFC33-4124-4A2F-BFB1-CCEEB756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48450"/>
            <a:ext cx="10972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6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C14BC51-3C0D-4819-9A70-B1874F59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COMPANY REPORT  •  INTERNAL</a:t>
            </a:r>
          </a:p>
        </p:txBody>
      </p:sp>
      <p:sp>
        <p:nvSpPr>
          <p:cNvPr id="4" name="footer-page">
            <a:extLst xmlns:a="http://schemas.openxmlformats.org/drawingml/2006/main">
              <a:ext uri="{FF2B5EF4-FFF2-40B4-BE49-F238E27FC236}">
                <a16:creationId xmlns:a16="http://schemas.microsoft.com/office/drawing/2014/main" id="{8E262840-C0DE-4833-8670-E2387116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675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06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E11FBF4-DF56-4DFA-89DB-325FDAB1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2250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[백데이터 제목]</a:t>
            </a:r>
          </a:p>
        </p:txBody>
      </p:sp>
      <p:sp>
        <p:nvSpPr>
          <p:cNvPr id="6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9E6E20C-4E18-4245-9736-DEC3AE299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2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[이 데이터가 검증하는 질문]</a:t>
            </a:r>
          </a:p>
        </p:txBody>
      </p:sp>
      <p:sp>
        <p:nvSpPr>
          <p:cNvPr id="7" name="header-1">
            <a:extLst xmlns:a="http://schemas.openxmlformats.org/drawingml/2006/main">
              <a:ext uri="{FF2B5EF4-FFF2-40B4-BE49-F238E27FC236}">
                <a16:creationId xmlns:a16="http://schemas.microsoft.com/office/drawing/2014/main" id="{EC8AEFE6-5A7D-431E-B4F9-E3D8FB47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2133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8" name="header-text-1">
            <a:extLst xmlns:a="http://schemas.openxmlformats.org/drawingml/2006/main">
              <a:ext uri="{FF2B5EF4-FFF2-40B4-BE49-F238E27FC236}">
                <a16:creationId xmlns:a16="http://schemas.microsoft.com/office/drawing/2014/main" id="{A6CAA0BB-956F-4D81-9F01-18F25A57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75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구분</a:t>
            </a:r>
          </a:p>
        </p:txBody>
      </p:sp>
      <p:sp>
        <p:nvSpPr>
          <p:cNvPr id="9" name="header-2">
            <a:extLst xmlns:a="http://schemas.openxmlformats.org/drawingml/2006/main">
              <a:ext uri="{FF2B5EF4-FFF2-40B4-BE49-F238E27FC236}">
                <a16:creationId xmlns:a16="http://schemas.microsoft.com/office/drawing/2014/main" id="{1B66C9DD-1438-45A3-88C6-22EACC7BE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81150"/>
            <a:ext cx="2133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10" name="header-text-2">
            <a:extLst xmlns:a="http://schemas.openxmlformats.org/drawingml/2006/main">
              <a:ext uri="{FF2B5EF4-FFF2-40B4-BE49-F238E27FC236}">
                <a16:creationId xmlns:a16="http://schemas.microsoft.com/office/drawing/2014/main" id="{926D7551-0C67-4710-AB44-9D79675D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335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75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기준</a:t>
            </a:r>
          </a:p>
        </p:txBody>
      </p:sp>
      <p:sp>
        <p:nvSpPr>
          <p:cNvPr id="11" name="header-3">
            <a:extLst xmlns:a="http://schemas.openxmlformats.org/drawingml/2006/main">
              <a:ext uri="{FF2B5EF4-FFF2-40B4-BE49-F238E27FC236}">
                <a16:creationId xmlns:a16="http://schemas.microsoft.com/office/drawing/2014/main" id="{C5F4DAEF-2E6F-4D59-A04C-D4D25E03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581150"/>
            <a:ext cx="2133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12" name="header-text-3">
            <a:extLst xmlns:a="http://schemas.openxmlformats.org/drawingml/2006/main">
              <a:ext uri="{FF2B5EF4-FFF2-40B4-BE49-F238E27FC236}">
                <a16:creationId xmlns:a16="http://schemas.microsoft.com/office/drawing/2014/main" id="{E903D32A-E4B3-47F8-B6D0-17F755CA8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7335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75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실적</a:t>
            </a:r>
          </a:p>
        </p:txBody>
      </p:sp>
      <p:sp>
        <p:nvSpPr>
          <p:cNvPr id="13" name="header-4">
            <a:extLst xmlns:a="http://schemas.openxmlformats.org/drawingml/2006/main">
              <a:ext uri="{FF2B5EF4-FFF2-40B4-BE49-F238E27FC236}">
                <a16:creationId xmlns:a16="http://schemas.microsoft.com/office/drawing/2014/main" id="{D8D3F369-9DF3-40B1-BEC3-F28BB30E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581150"/>
            <a:ext cx="2133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14" name="header-text-4">
            <a:extLst xmlns:a="http://schemas.openxmlformats.org/drawingml/2006/main">
              <a:ext uri="{FF2B5EF4-FFF2-40B4-BE49-F238E27FC236}">
                <a16:creationId xmlns:a16="http://schemas.microsoft.com/office/drawing/2014/main" id="{94C27FEB-8DDB-4831-A5A6-5159662B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7335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75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차이</a:t>
            </a:r>
          </a:p>
        </p:txBody>
      </p:sp>
      <p:sp>
        <p:nvSpPr>
          <p:cNvPr id="15" name="header-5">
            <a:extLst xmlns:a="http://schemas.openxmlformats.org/drawingml/2006/main">
              <a:ext uri="{FF2B5EF4-FFF2-40B4-BE49-F238E27FC236}">
                <a16:creationId xmlns:a16="http://schemas.microsoft.com/office/drawing/2014/main" id="{E4274287-7D76-4DB7-8CE9-2AD4E82E5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81150"/>
            <a:ext cx="2438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16" name="header-text-5">
            <a:extLst xmlns:a="http://schemas.openxmlformats.org/drawingml/2006/main">
              <a:ext uri="{FF2B5EF4-FFF2-40B4-BE49-F238E27FC236}">
                <a16:creationId xmlns:a16="http://schemas.microsoft.com/office/drawing/2014/main" id="{1AA04DC3-8194-4B90-B39C-0FF0E3DCB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73355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75" b="1">
                <a:solidFill>
                  <a:srgbClr val="171717"/>
                </a:solidFill>
                <a:latin typeface="NanumBarunGothic"/>
                <a:ea typeface="NanumBarunGothic"/>
                <a:cs typeface="NanumBarunGothic"/>
              </a:rPr>
              <a:t>해석</a:t>
            </a:r>
          </a:p>
        </p:txBody>
      </p:sp>
      <p:sp>
        <p:nvSpPr>
          <p:cNvPr id="17" name="cell-1-1">
            <a:extLst xmlns:a="http://schemas.openxmlformats.org/drawingml/2006/main">
              <a:ext uri="{FF2B5EF4-FFF2-40B4-BE49-F238E27FC236}">
                <a16:creationId xmlns:a16="http://schemas.microsoft.com/office/drawing/2014/main" id="{A2D8F82E-456D-45C3-BE26-3B92B163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18" name="cell-text-1-1">
            <a:extLst xmlns:a="http://schemas.openxmlformats.org/drawingml/2006/main">
              <a:ext uri="{FF2B5EF4-FFF2-40B4-BE49-F238E27FC236}">
                <a16:creationId xmlns:a16="http://schemas.microsoft.com/office/drawing/2014/main" id="{9CEDB8DD-331E-4E9A-AA31-C114F021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[항목 1]</a:t>
            </a:r>
          </a:p>
        </p:txBody>
      </p:sp>
      <p:sp>
        <p:nvSpPr>
          <p:cNvPr id="19" name="cell-1-2">
            <a:extLst xmlns:a="http://schemas.openxmlformats.org/drawingml/2006/main">
              <a:ext uri="{FF2B5EF4-FFF2-40B4-BE49-F238E27FC236}">
                <a16:creationId xmlns:a16="http://schemas.microsoft.com/office/drawing/2014/main" id="{2ADAB673-3038-49BD-9118-8CF2A90F1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764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20" name="cell-text-1-2">
            <a:extLst xmlns:a="http://schemas.openxmlformats.org/drawingml/2006/main">
              <a:ext uri="{FF2B5EF4-FFF2-40B4-BE49-F238E27FC236}">
                <a16:creationId xmlns:a16="http://schemas.microsoft.com/office/drawing/2014/main" id="{A1F73B12-7E01-4615-B925-FF391EEB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860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—</a:t>
            </a:r>
          </a:p>
        </p:txBody>
      </p:sp>
      <p:sp>
        <p:nvSpPr>
          <p:cNvPr id="21" name="cell-1-3">
            <a:extLst xmlns:a="http://schemas.openxmlformats.org/drawingml/2006/main">
              <a:ext uri="{FF2B5EF4-FFF2-40B4-BE49-F238E27FC236}">
                <a16:creationId xmlns:a16="http://schemas.microsoft.com/office/drawing/2014/main" id="{5812CE14-9099-4DD7-84FC-0CFFBE7F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764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22" name="cell-text-1-3">
            <a:extLst xmlns:a="http://schemas.openxmlformats.org/drawingml/2006/main">
              <a:ext uri="{FF2B5EF4-FFF2-40B4-BE49-F238E27FC236}">
                <a16:creationId xmlns:a16="http://schemas.microsoft.com/office/drawing/2014/main" id="{F5647ADC-A55A-4F4A-98E6-F36A84A2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—</a:t>
            </a:r>
          </a:p>
        </p:txBody>
      </p:sp>
      <p:sp>
        <p:nvSpPr>
          <p:cNvPr id="23" name="cell-1-4">
            <a:extLst xmlns:a="http://schemas.openxmlformats.org/drawingml/2006/main">
              <a:ext uri="{FF2B5EF4-FFF2-40B4-BE49-F238E27FC236}">
                <a16:creationId xmlns:a16="http://schemas.microsoft.com/office/drawing/2014/main" id="{00338F30-889A-43F4-AF7B-BAA19C9C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0764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24" name="cell-text-1-4">
            <a:extLst xmlns:a="http://schemas.openxmlformats.org/drawingml/2006/main">
              <a:ext uri="{FF2B5EF4-FFF2-40B4-BE49-F238E27FC236}">
                <a16:creationId xmlns:a16="http://schemas.microsoft.com/office/drawing/2014/main" id="{D6AE49B5-044A-40E8-A972-4F7E2C5E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860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—</a:t>
            </a:r>
          </a:p>
        </p:txBody>
      </p:sp>
      <p:sp>
        <p:nvSpPr>
          <p:cNvPr id="25" name="cell-1-5">
            <a:extLst xmlns:a="http://schemas.openxmlformats.org/drawingml/2006/main">
              <a:ext uri="{FF2B5EF4-FFF2-40B4-BE49-F238E27FC236}">
                <a16:creationId xmlns:a16="http://schemas.microsoft.com/office/drawing/2014/main" id="{C2A85125-51B5-4866-9785-574CAD34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76450"/>
            <a:ext cx="243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26" name="cell-text-1-5">
            <a:extLst xmlns:a="http://schemas.openxmlformats.org/drawingml/2006/main">
              <a:ext uri="{FF2B5EF4-FFF2-40B4-BE49-F238E27FC236}">
                <a16:creationId xmlns:a16="http://schemas.microsoft.com/office/drawing/2014/main" id="{618EE9D3-8B6A-4FD1-97F0-5DE17FA0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286000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—</a:t>
            </a:r>
          </a:p>
        </p:txBody>
      </p:sp>
      <p:sp>
        <p:nvSpPr>
          <p:cNvPr id="27" name="cell-2-1">
            <a:extLst xmlns:a="http://schemas.openxmlformats.org/drawingml/2006/main">
              <a:ext uri="{FF2B5EF4-FFF2-40B4-BE49-F238E27FC236}">
                <a16:creationId xmlns:a16="http://schemas.microsoft.com/office/drawing/2014/main" id="{3A71D7C3-7B43-4B56-A3EC-AFC07495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28" name="cell-text-2-1">
            <a:extLst xmlns:a="http://schemas.openxmlformats.org/drawingml/2006/main">
              <a:ext uri="{FF2B5EF4-FFF2-40B4-BE49-F238E27FC236}">
                <a16:creationId xmlns:a16="http://schemas.microsoft.com/office/drawing/2014/main" id="{62572A7E-A60F-41DE-9C17-9947B217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[항목 2]</a:t>
            </a:r>
          </a:p>
        </p:txBody>
      </p:sp>
      <p:sp>
        <p:nvSpPr>
          <p:cNvPr id="29" name="cell-2-2">
            <a:extLst xmlns:a="http://schemas.openxmlformats.org/drawingml/2006/main">
              <a:ext uri="{FF2B5EF4-FFF2-40B4-BE49-F238E27FC236}">
                <a16:creationId xmlns:a16="http://schemas.microsoft.com/office/drawing/2014/main" id="{52A56E85-F7A0-4D52-9D9C-BC34A482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241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30" name="cell-text-2-2">
            <a:extLst xmlns:a="http://schemas.openxmlformats.org/drawingml/2006/main">
              <a:ext uri="{FF2B5EF4-FFF2-40B4-BE49-F238E27FC236}">
                <a16:creationId xmlns:a16="http://schemas.microsoft.com/office/drawing/2014/main" id="{2AF6D232-CA06-43ED-8461-504260F9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337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—</a:t>
            </a:r>
          </a:p>
        </p:txBody>
      </p:sp>
      <p:sp>
        <p:nvSpPr>
          <p:cNvPr id="31" name="cell-2-3">
            <a:extLst xmlns:a="http://schemas.openxmlformats.org/drawingml/2006/main">
              <a:ext uri="{FF2B5EF4-FFF2-40B4-BE49-F238E27FC236}">
                <a16:creationId xmlns:a16="http://schemas.microsoft.com/office/drawing/2014/main" id="{83F307AF-AC9F-4E99-9108-5A77BEFF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7241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32" name="cell-text-2-3">
            <a:extLst xmlns:a="http://schemas.openxmlformats.org/drawingml/2006/main">
              <a:ext uri="{FF2B5EF4-FFF2-40B4-BE49-F238E27FC236}">
                <a16:creationId xmlns:a16="http://schemas.microsoft.com/office/drawing/2014/main" id="{14FF6212-4594-4F81-8B06-BADB8D2D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337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—</a:t>
            </a:r>
          </a:p>
        </p:txBody>
      </p:sp>
      <p:sp>
        <p:nvSpPr>
          <p:cNvPr id="33" name="cell-2-4">
            <a:extLst xmlns:a="http://schemas.openxmlformats.org/drawingml/2006/main">
              <a:ext uri="{FF2B5EF4-FFF2-40B4-BE49-F238E27FC236}">
                <a16:creationId xmlns:a16="http://schemas.microsoft.com/office/drawing/2014/main" id="{A2B8C4FA-E698-49C9-8B7F-E49F87B3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7241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34" name="cell-text-2-4">
            <a:extLst xmlns:a="http://schemas.openxmlformats.org/drawingml/2006/main">
              <a:ext uri="{FF2B5EF4-FFF2-40B4-BE49-F238E27FC236}">
                <a16:creationId xmlns:a16="http://schemas.microsoft.com/office/drawing/2014/main" id="{66AA6C53-5153-46EE-91A1-B2EAFC50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337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—</a:t>
            </a:r>
          </a:p>
        </p:txBody>
      </p:sp>
      <p:sp>
        <p:nvSpPr>
          <p:cNvPr id="35" name="cell-2-5">
            <a:extLst xmlns:a="http://schemas.openxmlformats.org/drawingml/2006/main">
              <a:ext uri="{FF2B5EF4-FFF2-40B4-BE49-F238E27FC236}">
                <a16:creationId xmlns:a16="http://schemas.microsoft.com/office/drawing/2014/main" id="{44BC1E98-90A2-4A7D-B438-5DE1C50E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24150"/>
            <a:ext cx="243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36" name="cell-text-2-5">
            <a:extLst xmlns:a="http://schemas.openxmlformats.org/drawingml/2006/main">
              <a:ext uri="{FF2B5EF4-FFF2-40B4-BE49-F238E27FC236}">
                <a16:creationId xmlns:a16="http://schemas.microsoft.com/office/drawing/2014/main" id="{B1005B19-1D5F-41F0-83F7-3485CF0B4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933700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—</a:t>
            </a:r>
          </a:p>
        </p:txBody>
      </p:sp>
      <p:sp>
        <p:nvSpPr>
          <p:cNvPr id="37" name="cell-3-1">
            <a:extLst xmlns:a="http://schemas.openxmlformats.org/drawingml/2006/main">
              <a:ext uri="{FF2B5EF4-FFF2-40B4-BE49-F238E27FC236}">
                <a16:creationId xmlns:a16="http://schemas.microsoft.com/office/drawing/2014/main" id="{CB2D9FE7-845A-4EC3-AE97-C6F376EEC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38" name="cell-text-3-1">
            <a:extLst xmlns:a="http://schemas.openxmlformats.org/drawingml/2006/main">
              <a:ext uri="{FF2B5EF4-FFF2-40B4-BE49-F238E27FC236}">
                <a16:creationId xmlns:a16="http://schemas.microsoft.com/office/drawing/2014/main" id="{40D625C3-51FE-43C2-8FDD-EEA20CA0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[항목 3]</a:t>
            </a:r>
          </a:p>
        </p:txBody>
      </p:sp>
      <p:sp>
        <p:nvSpPr>
          <p:cNvPr id="39" name="cell-3-2">
            <a:extLst xmlns:a="http://schemas.openxmlformats.org/drawingml/2006/main">
              <a:ext uri="{FF2B5EF4-FFF2-40B4-BE49-F238E27FC236}">
                <a16:creationId xmlns:a16="http://schemas.microsoft.com/office/drawing/2014/main" id="{13292C6E-1AA9-45F8-86AF-DAD151AF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3718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40" name="cell-text-3-2">
            <a:extLst xmlns:a="http://schemas.openxmlformats.org/drawingml/2006/main">
              <a:ext uri="{FF2B5EF4-FFF2-40B4-BE49-F238E27FC236}">
                <a16:creationId xmlns:a16="http://schemas.microsoft.com/office/drawing/2014/main" id="{5ECF886C-3513-4F98-9515-50DA1044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814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—</a:t>
            </a:r>
          </a:p>
        </p:txBody>
      </p:sp>
      <p:sp>
        <p:nvSpPr>
          <p:cNvPr id="41" name="cell-3-3">
            <a:extLst xmlns:a="http://schemas.openxmlformats.org/drawingml/2006/main">
              <a:ext uri="{FF2B5EF4-FFF2-40B4-BE49-F238E27FC236}">
                <a16:creationId xmlns:a16="http://schemas.microsoft.com/office/drawing/2014/main" id="{A558B6A4-8808-4597-9F7A-B2D7574B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3718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42" name="cell-text-3-3">
            <a:extLst xmlns:a="http://schemas.openxmlformats.org/drawingml/2006/main">
              <a:ext uri="{FF2B5EF4-FFF2-40B4-BE49-F238E27FC236}">
                <a16:creationId xmlns:a16="http://schemas.microsoft.com/office/drawing/2014/main" id="{4535AEFD-3C01-47FF-A4AD-4FD5A2EB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5814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—</a:t>
            </a:r>
          </a:p>
        </p:txBody>
      </p:sp>
      <p:sp>
        <p:nvSpPr>
          <p:cNvPr id="43" name="cell-3-4">
            <a:extLst xmlns:a="http://schemas.openxmlformats.org/drawingml/2006/main">
              <a:ext uri="{FF2B5EF4-FFF2-40B4-BE49-F238E27FC236}">
                <a16:creationId xmlns:a16="http://schemas.microsoft.com/office/drawing/2014/main" id="{0589D746-CE93-4744-9342-292F0FD5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3718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44" name="cell-text-3-4">
            <a:extLst xmlns:a="http://schemas.openxmlformats.org/drawingml/2006/main">
              <a:ext uri="{FF2B5EF4-FFF2-40B4-BE49-F238E27FC236}">
                <a16:creationId xmlns:a16="http://schemas.microsoft.com/office/drawing/2014/main" id="{5D344FFB-D321-4E51-8FB0-BFF49A14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5814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—</a:t>
            </a:r>
          </a:p>
        </p:txBody>
      </p:sp>
      <p:sp>
        <p:nvSpPr>
          <p:cNvPr id="45" name="cell-3-5">
            <a:extLst xmlns:a="http://schemas.openxmlformats.org/drawingml/2006/main">
              <a:ext uri="{FF2B5EF4-FFF2-40B4-BE49-F238E27FC236}">
                <a16:creationId xmlns:a16="http://schemas.microsoft.com/office/drawing/2014/main" id="{0907503F-EFC0-4BB6-B419-DB76E7B4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71850"/>
            <a:ext cx="243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46" name="cell-text-3-5">
            <a:extLst xmlns:a="http://schemas.openxmlformats.org/drawingml/2006/main">
              <a:ext uri="{FF2B5EF4-FFF2-40B4-BE49-F238E27FC236}">
                <a16:creationId xmlns:a16="http://schemas.microsoft.com/office/drawing/2014/main" id="{B131987D-EEEB-4354-8E71-88241F35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581400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—</a:t>
            </a:r>
          </a:p>
        </p:txBody>
      </p:sp>
      <p:sp>
        <p:nvSpPr>
          <p:cNvPr id="47" name="cell-4-1">
            <a:extLst xmlns:a="http://schemas.openxmlformats.org/drawingml/2006/main">
              <a:ext uri="{FF2B5EF4-FFF2-40B4-BE49-F238E27FC236}">
                <a16:creationId xmlns:a16="http://schemas.microsoft.com/office/drawing/2014/main" id="{494008E1-550D-4123-BE3A-BFA3B02E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48" name="cell-text-4-1">
            <a:extLst xmlns:a="http://schemas.openxmlformats.org/drawingml/2006/main">
              <a:ext uri="{FF2B5EF4-FFF2-40B4-BE49-F238E27FC236}">
                <a16:creationId xmlns:a16="http://schemas.microsoft.com/office/drawing/2014/main" id="{05FE8309-F67B-491D-9136-198C4FDD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[항목 4]</a:t>
            </a:r>
          </a:p>
        </p:txBody>
      </p:sp>
      <p:sp>
        <p:nvSpPr>
          <p:cNvPr id="49" name="cell-4-2">
            <a:extLst xmlns:a="http://schemas.openxmlformats.org/drawingml/2006/main">
              <a:ext uri="{FF2B5EF4-FFF2-40B4-BE49-F238E27FC236}">
                <a16:creationId xmlns:a16="http://schemas.microsoft.com/office/drawing/2014/main" id="{E28A8DC8-E932-418D-B356-A9F7257A6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0195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50" name="cell-text-4-2">
            <a:extLst xmlns:a="http://schemas.openxmlformats.org/drawingml/2006/main">
              <a:ext uri="{FF2B5EF4-FFF2-40B4-BE49-F238E27FC236}">
                <a16:creationId xmlns:a16="http://schemas.microsoft.com/office/drawing/2014/main" id="{BEA4094B-EB90-4CBE-B4D5-DB8B3ADF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291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—</a:t>
            </a:r>
          </a:p>
        </p:txBody>
      </p:sp>
      <p:sp>
        <p:nvSpPr>
          <p:cNvPr id="51" name="cell-4-3">
            <a:extLst xmlns:a="http://schemas.openxmlformats.org/drawingml/2006/main">
              <a:ext uri="{FF2B5EF4-FFF2-40B4-BE49-F238E27FC236}">
                <a16:creationId xmlns:a16="http://schemas.microsoft.com/office/drawing/2014/main" id="{CA351652-CC33-4EA3-AE9E-BC4887ED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195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52" name="cell-text-4-3">
            <a:extLst xmlns:a="http://schemas.openxmlformats.org/drawingml/2006/main">
              <a:ext uri="{FF2B5EF4-FFF2-40B4-BE49-F238E27FC236}">
                <a16:creationId xmlns:a16="http://schemas.microsoft.com/office/drawing/2014/main" id="{F8E1BF4A-21FE-4FD8-9BE4-0C874012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291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—</a:t>
            </a:r>
          </a:p>
        </p:txBody>
      </p:sp>
      <p:sp>
        <p:nvSpPr>
          <p:cNvPr id="53" name="cell-4-4">
            <a:extLst xmlns:a="http://schemas.openxmlformats.org/drawingml/2006/main">
              <a:ext uri="{FF2B5EF4-FFF2-40B4-BE49-F238E27FC236}">
                <a16:creationId xmlns:a16="http://schemas.microsoft.com/office/drawing/2014/main" id="{14B9F00D-5D93-47E6-BB5C-DE6194DB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019550"/>
            <a:ext cx="2133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54" name="cell-text-4-4">
            <a:extLst xmlns:a="http://schemas.openxmlformats.org/drawingml/2006/main">
              <a:ext uri="{FF2B5EF4-FFF2-40B4-BE49-F238E27FC236}">
                <a16:creationId xmlns:a16="http://schemas.microsoft.com/office/drawing/2014/main" id="{E323099B-30D4-476D-8449-0D1EBA6E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291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—</a:t>
            </a:r>
          </a:p>
        </p:txBody>
      </p:sp>
      <p:sp>
        <p:nvSpPr>
          <p:cNvPr id="55" name="cell-4-5">
            <a:extLst xmlns:a="http://schemas.openxmlformats.org/drawingml/2006/main">
              <a:ext uri="{FF2B5EF4-FFF2-40B4-BE49-F238E27FC236}">
                <a16:creationId xmlns:a16="http://schemas.microsoft.com/office/drawing/2014/main" id="{04459544-036F-4471-B7DD-BB196F7D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19550"/>
            <a:ext cx="243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ADD"/>
            </a:solidFill>
            <a:prstDash val="solid"/>
          </a:ln>
        </p:spPr>
      </p:sp>
      <p:sp>
        <p:nvSpPr>
          <p:cNvPr id="56" name="cell-text-4-5">
            <a:extLst xmlns:a="http://schemas.openxmlformats.org/drawingml/2006/main">
              <a:ext uri="{FF2B5EF4-FFF2-40B4-BE49-F238E27FC236}">
                <a16:creationId xmlns:a16="http://schemas.microsoft.com/office/drawing/2014/main" id="{FEBC33AE-8CC8-4FF4-B189-03F26EE7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229100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90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—</a:t>
            </a:r>
          </a:p>
        </p:txBody>
      </p:sp>
      <p:sp>
        <p:nvSpPr>
          <p:cNvPr id="57" name="source-note">
            <a:extLst xmlns:a="http://schemas.openxmlformats.org/drawingml/2006/main">
              <a:ext uri="{FF2B5EF4-FFF2-40B4-BE49-F238E27FC236}">
                <a16:creationId xmlns:a16="http://schemas.microsoft.com/office/drawing/2014/main" id="{7E347AB5-F5C3-4221-82E5-8426221C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750" b="0">
                <a:solidFill>
                  <a:srgbClr val="5F6368"/>
                </a:solidFill>
                <a:latin typeface="NanumBarunGothic"/>
                <a:ea typeface="NanumBarunGothic"/>
                <a:cs typeface="NanumBarunGothic"/>
              </a:rPr>
              <a:t>출처: [자료명], 기준일: YYYY.MM.DD  |  단위: [단위]</a:t>
            </a:r>
          </a:p>
        </p:txBody>
      </p:sp>
      <p:sp>
        <p:nvSpPr>
          <p:cNvPr id="58" name="interpretation">
            <a:extLst xmlns:a="http://schemas.openxmlformats.org/drawingml/2006/main">
              <a:ext uri="{FF2B5EF4-FFF2-40B4-BE49-F238E27FC236}">
                <a16:creationId xmlns:a16="http://schemas.microsoft.com/office/drawing/2014/main" id="{14A0ED93-F496-4FC1-8581-D88BA703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8BD2"/>
                </a:solidFill>
                <a:latin typeface="NanumBarunGothic"/>
                <a:ea typeface="NanumBarunGothic"/>
                <a:cs typeface="NanumBarunGothic"/>
              </a:defRPr>
            </a:pPr>
            <a:r>
              <a:rPr sz="1125" b="1">
                <a:solidFill>
                  <a:srgbClr val="168BD2"/>
                </a:solidFill>
                <a:latin typeface="NanumBarunGothic"/>
                <a:ea typeface="NanumBarunGothic"/>
                <a:cs typeface="NanumBarunGothic"/>
              </a:rPr>
              <a:t>해석  |  [표에서 읽어야 할 핵심 의미]</a:t>
            </a:r>
          </a:p>
        </p:txBody>
      </p:sp>
    </p:spTree>
    <p:extLst>
      <p:ext uri="{BB962C8B-B14F-4D97-AF65-F5344CB8AC3E}">
        <p14:creationId xmlns:p14="http://schemas.microsoft.com/office/powerpoint/2010/main" val="838586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2026-07-21T03:12:56.5440000Z</dcterms:created>
  <dcterms:modified xsi:type="dcterms:W3CDTF">2026-07-21T03:12:56.5440000Z</dcterms:modified>
</coreProperties>
</file>