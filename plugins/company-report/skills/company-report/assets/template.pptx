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dc769dc17849a9" /><Relationship Type="http://schemas.openxmlformats.org/officeDocument/2006/relationships/extended-properties" Target="/docProps/app.xml" Id="R0e19f72d576c49a8" /><Relationship Type="http://schemas.openxmlformats.org/officeDocument/2006/relationships/officeDocument" Target="/ppt/presentation.xml" Id="R5fae2ec219b34e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96ea6931a94f5c"/>
  </p:sldMasterIdLst>
  <p:notesMasterIdLst>
    <p:notesMasterId xmlns:r="http://schemas.openxmlformats.org/officeDocument/2006/relationships" r:id="R02c33c7693884eb1"/>
  </p:notesMasterIdLst>
  <p:sldIdLst>
    <p:sldId xmlns:r="http://schemas.openxmlformats.org/officeDocument/2006/relationships" id="256" r:id="Rd608c4c6f42c488e"/>
    <p:sldId xmlns:r="http://schemas.openxmlformats.org/officeDocument/2006/relationships" id="257" r:id="Rb3532b4f36cb46ea"/>
    <p:sldId xmlns:r="http://schemas.openxmlformats.org/officeDocument/2006/relationships" id="258" r:id="Rbc6c50f357274b5b"/>
    <p:sldId xmlns:r="http://schemas.openxmlformats.org/officeDocument/2006/relationships" id="259" r:id="Rd438c0e25af54af4"/>
    <p:sldId xmlns:r="http://schemas.openxmlformats.org/officeDocument/2006/relationships" id="260" r:id="Rd4c6b64dae0648be"/>
    <p:sldId xmlns:r="http://schemas.openxmlformats.org/officeDocument/2006/relationships" id="261" r:id="R6bb55fe738aa46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13eebf7f7b4b29" /><Relationship Type="http://schemas.openxmlformats.org/officeDocument/2006/relationships/slideMaster" Target="/ppt/slideMasters/slideMaster1.xml" Id="R7096ea6931a94f5c" /><Relationship Type="http://schemas.openxmlformats.org/officeDocument/2006/relationships/notesMaster" Target="/ppt/notesMasters/notesMaster1.xml" Id="R02c33c7693884eb1" /><Relationship Type="http://schemas.openxmlformats.org/officeDocument/2006/relationships/presProps" Target="/ppt/presProps.xml" Id="R6b12625bfb614af0" /><Relationship Type="http://schemas.openxmlformats.org/officeDocument/2006/relationships/tableStyles" Target="/ppt/tableStyles.xml" Id="Rf44cac6e41ae4c8e" /><Relationship Type="http://schemas.openxmlformats.org/officeDocument/2006/relationships/slide" Target="/ppt/slides/slide1.xml" Id="Rd608c4c6f42c488e" /><Relationship Type="http://schemas.openxmlformats.org/officeDocument/2006/relationships/slide" Target="/ppt/slides/slide2.xml" Id="Rb3532b4f36cb46ea" /><Relationship Type="http://schemas.openxmlformats.org/officeDocument/2006/relationships/slide" Target="/ppt/slides/slide3.xml" Id="Rbc6c50f357274b5b" /><Relationship Type="http://schemas.openxmlformats.org/officeDocument/2006/relationships/slide" Target="/ppt/slides/slide4.xml" Id="Rd438c0e25af54af4" /><Relationship Type="http://schemas.openxmlformats.org/officeDocument/2006/relationships/slide" Target="/ppt/slides/slide5.xml" Id="Rd4c6b64dae0648be" /><Relationship Type="http://schemas.openxmlformats.org/officeDocument/2006/relationships/slide" Target="/ppt/slides/slide6.xml" Id="R6bb55fe738aa46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f563a4f0904b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636565fb1c468e" /><Relationship Type="http://schemas.openxmlformats.org/officeDocument/2006/relationships/notesMaster" Target="/ppt/notesMasters/notesMaster1.xml" Id="R8a89c384dc2a45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5526a641ab402d" /><Relationship Type="http://schemas.openxmlformats.org/officeDocument/2006/relationships/notesMaster" Target="/ppt/notesMasters/notesMaster1.xml" Id="R98a0b3feb6344f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3f14985ec945ae" /><Relationship Type="http://schemas.openxmlformats.org/officeDocument/2006/relationships/notesMaster" Target="/ppt/notesMasters/notesMaster1.xml" Id="R070e0f251a684c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6c9d2112334755" /><Relationship Type="http://schemas.openxmlformats.org/officeDocument/2006/relationships/notesMaster" Target="/ppt/notesMasters/notesMaster1.xml" Id="R51ff3bfeb2974b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1add408ec24400" /><Relationship Type="http://schemas.openxmlformats.org/officeDocument/2006/relationships/notesMaster" Target="/ppt/notesMasters/notesMaster1.xml" Id="R9cb1a8bb5bda41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1453551d284650" /><Relationship Type="http://schemas.openxmlformats.org/officeDocument/2006/relationships/notesMaster" Target="/ppt/notesMasters/notesMaster1.xml" Id="R723f90eb448a49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77c277b01c42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c5d63136164c17" /><Relationship Type="http://schemas.openxmlformats.org/officeDocument/2006/relationships/slideLayout" Target="/ppt/slideLayouts/slideLayout1.xml" Id="R1d7a8e1ff86541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7a8e1ff86541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aa2e5aef048f0" /><Relationship Type="http://schemas.openxmlformats.org/officeDocument/2006/relationships/notesSlide" Target="/ppt/notesSlides/notesSlide1.xml" Id="Re15b82f8e0fb40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a9073b77d48aa" /><Relationship Type="http://schemas.openxmlformats.org/officeDocument/2006/relationships/notesSlide" Target="/ppt/notesSlides/notesSlide2.xml" Id="R7a707a9ad2b943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b235ea58b4b8d" /><Relationship Type="http://schemas.openxmlformats.org/officeDocument/2006/relationships/notesSlide" Target="/ppt/notesSlides/notesSlide3.xml" Id="R91510ea405ff45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73e4d13cf4ac1" /><Relationship Type="http://schemas.openxmlformats.org/officeDocument/2006/relationships/notesSlide" Target="/ppt/notesSlides/notesSlide4.xml" Id="Rad196f1bdc6946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cdec15ad84317" /><Relationship Type="http://schemas.openxmlformats.org/officeDocument/2006/relationships/notesSlide" Target="/ppt/notesSlides/notesSlide5.xml" Id="R6223e366017f4c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56739fade4c1c" /><Relationship Type="http://schemas.openxmlformats.org/officeDocument/2006/relationships/notesSlide" Target="/ppt/notesSlides/notesSlide6.xml" Id="Ra7f0dc760c9146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5" name="s1-outer-border">
            <a:extLst xmlns:a="http://schemas.openxmlformats.org/drawingml/2006/main">
              <a:ext uri="{FF2B5EF4-FFF2-40B4-BE49-F238E27FC236}">
                <a16:creationId xmlns:a16="http://schemas.microsoft.com/office/drawing/2014/main" id="{C246EE6D-2CED-4336-A5B3-0EF29498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12172950" cy="683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1002" name="s1-accent-left">
            <a:extLst xmlns:a="http://schemas.openxmlformats.org/drawingml/2006/main">
              <a:ext uri="{FF2B5EF4-FFF2-40B4-BE49-F238E27FC236}">
                <a16:creationId xmlns:a16="http://schemas.microsoft.com/office/drawing/2014/main" id="{33B1B84D-EDC0-4A58-BB6A-376312B0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0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3" name="s1-slide-title">
            <a:extLst xmlns:a="http://schemas.openxmlformats.org/drawingml/2006/main">
              <a:ext uri="{FF2B5EF4-FFF2-40B4-BE49-F238E27FC236}">
                <a16:creationId xmlns:a16="http://schemas.microsoft.com/office/drawing/2014/main" id="{C314E028-02A0-40AE-AB54-9EC1210E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[보고서 제목]</a:t>
            </a:r>
          </a:p>
        </p:txBody>
      </p:sp>
      <p:sp>
        <p:nvSpPr>
          <p:cNvPr id="1004" name="s1-title-rule">
            <a:extLst xmlns:a="http://schemas.openxmlformats.org/drawingml/2006/main">
              <a:ext uri="{FF2B5EF4-FFF2-40B4-BE49-F238E27FC236}">
                <a16:creationId xmlns:a16="http://schemas.microsoft.com/office/drawing/2014/main" id="{7FF62DA7-4437-4B41-94C1-E103051A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0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5" name="s1-footer-left">
            <a:extLst xmlns:a="http://schemas.openxmlformats.org/drawingml/2006/main">
              <a:ext uri="{FF2B5EF4-FFF2-40B4-BE49-F238E27FC236}">
                <a16:creationId xmlns:a16="http://schemas.microsoft.com/office/drawing/2014/main" id="{CDAE3E94-C890-4A85-96D0-72D22185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COMPANY REPORT  •  INTERNAL</a:t>
            </a:r>
          </a:p>
        </p:txBody>
      </p:sp>
      <p:sp>
        <p:nvSpPr>
          <p:cNvPr id="1006" name="s1-footer-page">
            <a:extLst xmlns:a="http://schemas.openxmlformats.org/drawingml/2006/main">
              <a:ext uri="{FF2B5EF4-FFF2-40B4-BE49-F238E27FC236}">
                <a16:creationId xmlns:a16="http://schemas.microsoft.com/office/drawing/2014/main" id="{C5CAE487-5F71-438A-A2F3-81718037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01</a:t>
            </a:r>
          </a:p>
        </p:txBody>
      </p:sp>
      <p:sp>
        <p:nvSpPr>
          <p:cNvPr id="1007" name="s1-summary-marker">
            <a:extLst xmlns:a="http://schemas.openxmlformats.org/drawingml/2006/main">
              <a:ext uri="{FF2B5EF4-FFF2-40B4-BE49-F238E27FC236}">
                <a16:creationId xmlns:a16="http://schemas.microsoft.com/office/drawing/2014/main" id="{0F970527-546D-4E3D-98CB-AA0CDCCF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8" name="s1-summary-message">
            <a:extLst xmlns:a="http://schemas.openxmlformats.org/drawingml/2006/main">
              <a:ext uri="{FF2B5EF4-FFF2-40B4-BE49-F238E27FC236}">
                <a16:creationId xmlns:a16="http://schemas.microsoft.com/office/drawing/2014/main" id="{22CC2785-E19F-4621-AA1C-9A5E0537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판단] </a:t>
            </a:r>
            <a:r>
              <a:rPr sz="18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[현재 상태·핵심 결과·의미]</a:t>
            </a:r>
          </a:p>
        </p:txBody>
      </p:sp>
      <p:sp>
        <p:nvSpPr>
          <p:cNvPr id="1009" name="s1-summary-action">
            <a:extLst xmlns:a="http://schemas.openxmlformats.org/drawingml/2006/main">
              <a:ext uri="{FF2B5EF4-FFF2-40B4-BE49-F238E27FC236}">
                <a16:creationId xmlns:a16="http://schemas.microsoft.com/office/drawing/2014/main" id="{791D6919-3664-4277-9E64-D38655F9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→ [필요한 결정 또는 다음 조치]</a:t>
            </a:r>
          </a:p>
        </p:txBody>
      </p:sp>
      <p:sp>
        <p:nvSpPr>
          <p:cNvPr id="1010" name="s1-timeline-panel-shadow">
            <a:extLst xmlns:a="http://schemas.openxmlformats.org/drawingml/2006/main">
              <a:ext uri="{FF2B5EF4-FFF2-40B4-BE49-F238E27FC236}">
                <a16:creationId xmlns:a16="http://schemas.microsoft.com/office/drawing/2014/main" id="{38D47B2C-D683-4A19-90F1-C20115F9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352675"/>
            <a:ext cx="3905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1" name="s1-timeline-panel">
            <a:extLst xmlns:a="http://schemas.openxmlformats.org/drawingml/2006/main">
              <a:ext uri="{FF2B5EF4-FFF2-40B4-BE49-F238E27FC236}">
                <a16:creationId xmlns:a16="http://schemas.microsoft.com/office/drawing/2014/main" id="{E1E7296E-3F41-425F-8E12-A54FE997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905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1012" name="s1-timeline-tab-shadow">
            <a:extLst xmlns:a="http://schemas.openxmlformats.org/drawingml/2006/main">
              <a:ext uri="{FF2B5EF4-FFF2-40B4-BE49-F238E27FC236}">
                <a16:creationId xmlns:a16="http://schemas.microsoft.com/office/drawing/2014/main" id="{5234A17B-8E08-4525-91BF-007E44BA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3" name="s1-timeline-tab">
            <a:extLst xmlns:a="http://schemas.openxmlformats.org/drawingml/2006/main">
              <a:ext uri="{FF2B5EF4-FFF2-40B4-BE49-F238E27FC236}">
                <a16:creationId xmlns:a16="http://schemas.microsoft.com/office/drawing/2014/main" id="{EFBF4A66-0DA6-48D8-B674-0389D113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4" name="s1-timeline-tab-text">
            <a:extLst xmlns:a="http://schemas.openxmlformats.org/drawingml/2006/main">
              <a:ext uri="{FF2B5EF4-FFF2-40B4-BE49-F238E27FC236}">
                <a16:creationId xmlns:a16="http://schemas.microsoft.com/office/drawing/2014/main" id="{49ABBFF6-B325-40A6-8866-2D17F199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0275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진행 경과</a:t>
            </a:r>
          </a:p>
        </p:txBody>
      </p:sp>
      <p:sp>
        <p:nvSpPr>
          <p:cNvPr id="1015" name="s1-timeline-line">
            <a:extLst xmlns:a="http://schemas.openxmlformats.org/drawingml/2006/main">
              <a:ext uri="{FF2B5EF4-FFF2-40B4-BE49-F238E27FC236}">
                <a16:creationId xmlns:a16="http://schemas.microsoft.com/office/drawing/2014/main" id="{625472A0-03A0-4112-B73C-63C61F18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24150"/>
            <a:ext cx="381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6" name="s1-timeline-date-1">
            <a:extLst xmlns:a="http://schemas.openxmlformats.org/drawingml/2006/main">
              <a:ext uri="{FF2B5EF4-FFF2-40B4-BE49-F238E27FC236}">
                <a16:creationId xmlns:a16="http://schemas.microsoft.com/office/drawing/2014/main" id="{54DAD513-FB5B-4EC3-8534-B5091396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YYYY-MM-DD</a:t>
            </a:r>
          </a:p>
        </p:txBody>
      </p:sp>
      <p:sp>
        <p:nvSpPr>
          <p:cNvPr id="1017" name="s1-timeline-node-1">
            <a:extLst xmlns:a="http://schemas.openxmlformats.org/drawingml/2006/main">
              <a:ext uri="{FF2B5EF4-FFF2-40B4-BE49-F238E27FC236}">
                <a16:creationId xmlns:a16="http://schemas.microsoft.com/office/drawing/2014/main" id="{779FBB5C-B3CE-45BD-AEBB-F722C2A0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43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858585"/>
                </a:solidFill>
                <a:latin typeface="NanumBarunGothicOTF"/>
                <a:ea typeface="NanumBarunGothicOTF"/>
                <a:cs typeface="NanumBarunGothicOTF"/>
              </a:rPr>
              <a:t>●</a:t>
            </a:r>
          </a:p>
        </p:txBody>
      </p:sp>
      <p:sp>
        <p:nvSpPr>
          <p:cNvPr id="1018" name="s1-timeline-text-1">
            <a:extLst xmlns:a="http://schemas.openxmlformats.org/drawingml/2006/main">
              <a:ext uri="{FF2B5EF4-FFF2-40B4-BE49-F238E27FC236}">
                <a16:creationId xmlns:a16="http://schemas.microsoft.com/office/drawing/2014/main" id="{985BD665-B62E-4FD0-8F47-3442B5F8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813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[주요 경과 1]</a:t>
            </a:r>
          </a:p>
        </p:txBody>
      </p:sp>
      <p:sp>
        <p:nvSpPr>
          <p:cNvPr id="1019" name="s1-timeline-date-2">
            <a:extLst xmlns:a="http://schemas.openxmlformats.org/drawingml/2006/main">
              <a:ext uri="{FF2B5EF4-FFF2-40B4-BE49-F238E27FC236}">
                <a16:creationId xmlns:a16="http://schemas.microsoft.com/office/drawing/2014/main" id="{521C41D3-0C17-43D2-83C0-E202238F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051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YYYY-MM-DD</a:t>
            </a:r>
          </a:p>
        </p:txBody>
      </p:sp>
      <p:sp>
        <p:nvSpPr>
          <p:cNvPr id="1020" name="s1-timeline-node-2">
            <a:extLst xmlns:a="http://schemas.openxmlformats.org/drawingml/2006/main">
              <a:ext uri="{FF2B5EF4-FFF2-40B4-BE49-F238E27FC236}">
                <a16:creationId xmlns:a16="http://schemas.microsoft.com/office/drawing/2014/main" id="{D0FF3486-79AC-4801-AC8A-541873B3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57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858585"/>
                </a:solidFill>
                <a:latin typeface="NanumBarunGothicOTF"/>
                <a:ea typeface="NanumBarunGothicOTF"/>
                <a:cs typeface="NanumBarunGothicOTF"/>
              </a:rPr>
              <a:t>●</a:t>
            </a:r>
          </a:p>
        </p:txBody>
      </p:sp>
      <p:sp>
        <p:nvSpPr>
          <p:cNvPr id="1021" name="s1-timeline-text-2">
            <a:extLst xmlns:a="http://schemas.openxmlformats.org/drawingml/2006/main">
              <a:ext uri="{FF2B5EF4-FFF2-40B4-BE49-F238E27FC236}">
                <a16:creationId xmlns:a16="http://schemas.microsoft.com/office/drawing/2014/main" id="{E20C9D07-8F71-4D9A-BEDE-61004F5F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9565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[주요 경과 2]</a:t>
            </a:r>
          </a:p>
        </p:txBody>
      </p:sp>
      <p:sp>
        <p:nvSpPr>
          <p:cNvPr id="1022" name="s1-timeline-date-3">
            <a:extLst xmlns:a="http://schemas.openxmlformats.org/drawingml/2006/main">
              <a:ext uri="{FF2B5EF4-FFF2-40B4-BE49-F238E27FC236}">
                <a16:creationId xmlns:a16="http://schemas.microsoft.com/office/drawing/2014/main" id="{29B0DDF1-DEFA-4A94-8623-C1E05417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95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YYYY-MM-DD</a:t>
            </a:r>
          </a:p>
        </p:txBody>
      </p:sp>
      <p:sp>
        <p:nvSpPr>
          <p:cNvPr id="1023" name="s1-timeline-node-3">
            <a:extLst xmlns:a="http://schemas.openxmlformats.org/drawingml/2006/main">
              <a:ext uri="{FF2B5EF4-FFF2-40B4-BE49-F238E27FC236}">
                <a16:creationId xmlns:a16="http://schemas.microsoft.com/office/drawing/2014/main" id="{3F2F320C-FD3F-47B3-A1C6-1AED2AC0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71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858585"/>
                </a:solidFill>
                <a:latin typeface="NanumBarunGothicOTF"/>
                <a:ea typeface="NanumBarunGothicOTF"/>
                <a:cs typeface="NanumBarunGothicOTF"/>
              </a:rPr>
              <a:t>●</a:t>
            </a:r>
          </a:p>
        </p:txBody>
      </p:sp>
      <p:sp>
        <p:nvSpPr>
          <p:cNvPr id="1024" name="s1-timeline-text-3">
            <a:extLst xmlns:a="http://schemas.openxmlformats.org/drawingml/2006/main">
              <a:ext uri="{FF2B5EF4-FFF2-40B4-BE49-F238E27FC236}">
                <a16:creationId xmlns:a16="http://schemas.microsoft.com/office/drawing/2014/main" id="{AA830FDB-9D72-431E-9990-F896AF82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100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[주요 경과 3]</a:t>
            </a:r>
          </a:p>
        </p:txBody>
      </p:sp>
      <p:sp>
        <p:nvSpPr>
          <p:cNvPr id="1025" name="s1-timeline-date-4">
            <a:extLst xmlns:a="http://schemas.openxmlformats.org/drawingml/2006/main">
              <a:ext uri="{FF2B5EF4-FFF2-40B4-BE49-F238E27FC236}">
                <a16:creationId xmlns:a16="http://schemas.microsoft.com/office/drawing/2014/main" id="{F9B46616-D600-4498-9042-E3E1E85B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YYYY-MM-DD</a:t>
            </a:r>
          </a:p>
        </p:txBody>
      </p:sp>
      <p:sp>
        <p:nvSpPr>
          <p:cNvPr id="1026" name="s1-timeline-node-4">
            <a:extLst xmlns:a="http://schemas.openxmlformats.org/drawingml/2006/main">
              <a:ext uri="{FF2B5EF4-FFF2-40B4-BE49-F238E27FC236}">
                <a16:creationId xmlns:a16="http://schemas.microsoft.com/office/drawing/2014/main" id="{7B74A57C-E973-45B3-BEFD-EA8F2238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29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858585"/>
                </a:solidFill>
                <a:latin typeface="NanumBarunGothicOTF"/>
                <a:ea typeface="NanumBarunGothicOTF"/>
                <a:cs typeface="NanumBarunGothicOTF"/>
              </a:rPr>
              <a:t>●</a:t>
            </a:r>
          </a:p>
        </p:txBody>
      </p:sp>
      <p:sp>
        <p:nvSpPr>
          <p:cNvPr id="1027" name="s1-timeline-text-4">
            <a:extLst xmlns:a="http://schemas.openxmlformats.org/drawingml/2006/main">
              <a:ext uri="{FF2B5EF4-FFF2-40B4-BE49-F238E27FC236}">
                <a16:creationId xmlns:a16="http://schemas.microsoft.com/office/drawing/2014/main" id="{C1DDF6B7-80C9-4C3E-B620-3F4765A0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673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[현재 상태·판단]</a:t>
            </a:r>
          </a:p>
        </p:txBody>
      </p:sp>
      <p:sp>
        <p:nvSpPr>
          <p:cNvPr id="1028" name="s1-timeline-issue-box">
            <a:extLst xmlns:a="http://schemas.openxmlformats.org/drawingml/2006/main">
              <a:ext uri="{FF2B5EF4-FFF2-40B4-BE49-F238E27FC236}">
                <a16:creationId xmlns:a16="http://schemas.microsoft.com/office/drawing/2014/main" id="{E6496356-DE5F-4F51-A86F-6F09E004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333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9" name="s1-timeline-issue-title">
            <a:extLst xmlns:a="http://schemas.openxmlformats.org/drawingml/2006/main">
              <a:ext uri="{FF2B5EF4-FFF2-40B4-BE49-F238E27FC236}">
                <a16:creationId xmlns:a16="http://schemas.microsoft.com/office/drawing/2014/main" id="{8AB4EC2E-68DE-4733-A838-D0E16C7C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 i="0">
                <a:solidFill>
                  <a:srgbClr val="E00012"/>
                </a:solidFill>
                <a:latin typeface="NanumBarunGothicOTF"/>
                <a:ea typeface="NanumBarunGothicOTF"/>
                <a:cs typeface="NanumBarunGothicOTF"/>
              </a:rPr>
              <a:t>[중간 이슈 또는 변경점]</a:t>
            </a:r>
          </a:p>
        </p:txBody>
      </p:sp>
      <p:sp>
        <p:nvSpPr>
          <p:cNvPr id="1030" name="s1-timeline-issue-list">
            <a:extLst xmlns:a="http://schemas.openxmlformats.org/drawingml/2006/main">
              <a:ext uri="{FF2B5EF4-FFF2-40B4-BE49-F238E27FC236}">
                <a16:creationId xmlns:a16="http://schemas.microsoft.com/office/drawing/2014/main" id="{FA6397D9-D915-42CE-85EB-7FCE7BF7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[발생 원인과 영향]</a:t>
            </a:r>
          </a:p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[완료 조치와 남은 과제]</a:t>
            </a:r>
          </a:p>
        </p:txBody>
      </p:sp>
      <p:sp>
        <p:nvSpPr>
          <p:cNvPr id="1031" name="s1-result-panel-shadow">
            <a:extLst xmlns:a="http://schemas.openxmlformats.org/drawingml/2006/main">
              <a:ext uri="{FF2B5EF4-FFF2-40B4-BE49-F238E27FC236}">
                <a16:creationId xmlns:a16="http://schemas.microsoft.com/office/drawing/2014/main" id="{ECB99E68-1465-430D-B29E-1C8AA22A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52675"/>
            <a:ext cx="68008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2" name="s1-result-panel">
            <a:extLst xmlns:a="http://schemas.openxmlformats.org/drawingml/2006/main">
              <a:ext uri="{FF2B5EF4-FFF2-40B4-BE49-F238E27FC236}">
                <a16:creationId xmlns:a16="http://schemas.microsoft.com/office/drawing/2014/main" id="{B9FF3707-F9F5-473E-BD9C-916509A0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05050"/>
            <a:ext cx="68008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1033" name="s1-result-tab-shadow">
            <a:extLst xmlns:a="http://schemas.openxmlformats.org/drawingml/2006/main">
              <a:ext uri="{FF2B5EF4-FFF2-40B4-BE49-F238E27FC236}">
                <a16:creationId xmlns:a16="http://schemas.microsoft.com/office/drawing/2014/main" id="{7A43CBA5-D277-4DB2-8F92-563340D5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526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4" name="s1-result-tab">
            <a:extLst xmlns:a="http://schemas.openxmlformats.org/drawingml/2006/main">
              <a:ext uri="{FF2B5EF4-FFF2-40B4-BE49-F238E27FC236}">
                <a16:creationId xmlns:a16="http://schemas.microsoft.com/office/drawing/2014/main" id="{94A4ACF0-CD06-4B47-8E3A-5C6E2C5A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145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5" name="s1-result-tab-text">
            <a:extLst xmlns:a="http://schemas.openxmlformats.org/drawingml/2006/main">
              <a:ext uri="{FF2B5EF4-FFF2-40B4-BE49-F238E27FC236}">
                <a16:creationId xmlns:a16="http://schemas.microsoft.com/office/drawing/2014/main" id="{80BF9FF7-DF9B-4545-9F04-525B8F34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0275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핵심 결과 및 과제</a:t>
            </a:r>
          </a:p>
        </p:txBody>
      </p:sp>
      <p:sp>
        <p:nvSpPr>
          <p:cNvPr id="1036" name="s1-result-period">
            <a:extLst xmlns:a="http://schemas.openxmlformats.org/drawingml/2006/main">
              <a:ext uri="{FF2B5EF4-FFF2-40B4-BE49-F238E27FC236}">
                <a16:creationId xmlns:a16="http://schemas.microsoft.com/office/drawing/2014/main" id="{D7707BA2-3614-45A3-86E8-60830858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43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■ 기간: YYYY-MM-DD ~ YYYY-MM-DD</a:t>
            </a:r>
          </a:p>
        </p:txBody>
      </p:sp>
      <p:sp>
        <p:nvSpPr>
          <p:cNvPr id="1037" name="s1-result-target">
            <a:extLst xmlns:a="http://schemas.openxmlformats.org/drawingml/2006/main">
              <a:ext uri="{FF2B5EF4-FFF2-40B4-BE49-F238E27FC236}">
                <a16:creationId xmlns:a16="http://schemas.microsoft.com/office/drawing/2014/main" id="{48318C4F-AE0A-46D1-8117-00366D77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432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■ 대상·범위: [대상·범위·담당]</a:t>
            </a:r>
          </a:p>
        </p:txBody>
      </p:sp>
      <p:sp>
        <p:nvSpPr>
          <p:cNvPr id="1038" name="s1-result-summary-label">
            <a:extLst xmlns:a="http://schemas.openxmlformats.org/drawingml/2006/main">
              <a:ext uri="{FF2B5EF4-FFF2-40B4-BE49-F238E27FC236}">
                <a16:creationId xmlns:a16="http://schemas.microsoft.com/office/drawing/2014/main" id="{2D8D291F-6308-4C6D-A648-AE45D450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[종합 상태 또는 결과]</a:t>
            </a:r>
          </a:p>
        </p:txBody>
      </p:sp>
      <p:sp>
        <p:nvSpPr>
          <p:cNvPr id="1039" name="s1-result-metric">
            <a:extLst xmlns:a="http://schemas.openxmlformats.org/drawingml/2006/main">
              <a:ext uri="{FF2B5EF4-FFF2-40B4-BE49-F238E27FC236}">
                <a16:creationId xmlns:a16="http://schemas.microsoft.com/office/drawing/2014/main" id="{F62B035C-5C51-45CD-ABED-FFD4B9B4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909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• 핵심 수치: [수치·단위·기준]</a:t>
            </a:r>
          </a:p>
        </p:txBody>
      </p:sp>
      <p:sp>
        <p:nvSpPr>
          <p:cNvPr id="1040" name="s1-result-warning">
            <a:extLst xmlns:a="http://schemas.openxmlformats.org/drawingml/2006/main">
              <a:ext uri="{FF2B5EF4-FFF2-40B4-BE49-F238E27FC236}">
                <a16:creationId xmlns:a16="http://schemas.microsoft.com/office/drawing/2014/main" id="{538956D9-3EC4-487A-8FD5-388409F5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76650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E00012"/>
                </a:solidFill>
                <a:latin typeface="NanumBarunGothicOTF"/>
                <a:ea typeface="NanumBarunGothicOTF"/>
                <a:cs typeface="NanumBarunGothicOTF"/>
              </a:rPr>
              <a:t>※ [해석 시 주의사항 또는 남은 한계]</a:t>
            </a:r>
          </a:p>
        </p:txBody>
      </p:sp>
      <p:sp>
        <p:nvSpPr>
          <p:cNvPr id="1041" name="s1-issue-table-header-1">
            <a:extLst xmlns:a="http://schemas.openxmlformats.org/drawingml/2006/main">
              <a:ext uri="{FF2B5EF4-FFF2-40B4-BE49-F238E27FC236}">
                <a16:creationId xmlns:a16="http://schemas.microsoft.com/office/drawing/2014/main" id="{E811C1AA-563E-47CB-B5EB-EAA368BD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767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1042" name="s1-issue-table-header-text-1">
            <a:extLst xmlns:a="http://schemas.openxmlformats.org/drawingml/2006/main">
              <a:ext uri="{FF2B5EF4-FFF2-40B4-BE49-F238E27FC236}">
                <a16:creationId xmlns:a16="http://schemas.microsoft.com/office/drawing/2014/main" id="{173AB3BC-C57B-4CA9-979B-60DC92E4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71950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항목</a:t>
            </a:r>
          </a:p>
        </p:txBody>
      </p:sp>
      <p:sp>
        <p:nvSpPr>
          <p:cNvPr id="1043" name="s1-issue-table-header-2">
            <a:extLst xmlns:a="http://schemas.openxmlformats.org/drawingml/2006/main">
              <a:ext uri="{FF2B5EF4-FFF2-40B4-BE49-F238E27FC236}">
                <a16:creationId xmlns:a16="http://schemas.microsoft.com/office/drawing/2014/main" id="{C9320348-4A22-49C3-B979-466542DF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7670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1044" name="s1-issue-table-header-text-2">
            <a:extLst xmlns:a="http://schemas.openxmlformats.org/drawingml/2006/main">
              <a:ext uri="{FF2B5EF4-FFF2-40B4-BE49-F238E27FC236}">
                <a16:creationId xmlns:a16="http://schemas.microsoft.com/office/drawing/2014/main" id="{16EF2F2D-F480-4FF8-A29F-18699D8F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확인 내용</a:t>
            </a:r>
          </a:p>
        </p:txBody>
      </p:sp>
      <p:sp>
        <p:nvSpPr>
          <p:cNvPr id="1045" name="s1-issue-table-header-3">
            <a:extLst xmlns:a="http://schemas.openxmlformats.org/drawingml/2006/main">
              <a:ext uri="{FF2B5EF4-FFF2-40B4-BE49-F238E27FC236}">
                <a16:creationId xmlns:a16="http://schemas.microsoft.com/office/drawing/2014/main" id="{F63C06FE-90CA-4617-9D38-89FBF787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76700"/>
            <a:ext cx="25336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1046" name="s1-issue-table-header-text-3">
            <a:extLst xmlns:a="http://schemas.openxmlformats.org/drawingml/2006/main">
              <a:ext uri="{FF2B5EF4-FFF2-40B4-BE49-F238E27FC236}">
                <a16:creationId xmlns:a16="http://schemas.microsoft.com/office/drawing/2014/main" id="{E96EB25F-C729-4D5F-B323-574069C9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71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조치·개선 및 남은 과제</a:t>
            </a:r>
          </a:p>
        </p:txBody>
      </p:sp>
      <p:sp>
        <p:nvSpPr>
          <p:cNvPr id="1047" name="s1-issue-table-cell-1-1">
            <a:extLst xmlns:a="http://schemas.openxmlformats.org/drawingml/2006/main">
              <a:ext uri="{FF2B5EF4-FFF2-40B4-BE49-F238E27FC236}">
                <a16:creationId xmlns:a16="http://schemas.microsoft.com/office/drawing/2014/main" id="{CD074C65-C35D-478A-9E5F-233CE2BE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0532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1048" name="s1-issue-table-cell-text-1-1">
            <a:extLst xmlns:a="http://schemas.openxmlformats.org/drawingml/2006/main">
              <a:ext uri="{FF2B5EF4-FFF2-40B4-BE49-F238E27FC236}">
                <a16:creationId xmlns:a16="http://schemas.microsoft.com/office/drawing/2014/main" id="{2711B180-285C-476F-ABD3-EE137784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91050"/>
            <a:ext cx="1276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[항목 1]</a:t>
            </a:r>
          </a:p>
        </p:txBody>
      </p:sp>
      <p:sp>
        <p:nvSpPr>
          <p:cNvPr id="1049" name="s1-issue-table-cell-1-2">
            <a:extLst xmlns:a="http://schemas.openxmlformats.org/drawingml/2006/main">
              <a:ext uri="{FF2B5EF4-FFF2-40B4-BE49-F238E27FC236}">
                <a16:creationId xmlns:a16="http://schemas.microsoft.com/office/drawing/2014/main" id="{E403B1EA-7814-4759-8988-C1C2D835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05325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1050" name="s1-issue-table-cell-text-1-2">
            <a:extLst xmlns:a="http://schemas.openxmlformats.org/drawingml/2006/main">
              <a:ext uri="{FF2B5EF4-FFF2-40B4-BE49-F238E27FC236}">
                <a16:creationId xmlns:a16="http://schemas.microsoft.com/office/drawing/2014/main" id="{7A6B9084-8A1E-4B11-936C-9F5B8C4D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2228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[사실·원인·예시]</a:t>
            </a:r>
          </a:p>
        </p:txBody>
      </p:sp>
      <p:sp>
        <p:nvSpPr>
          <p:cNvPr id="1051" name="s1-issue-table-cell-1-3">
            <a:extLst xmlns:a="http://schemas.openxmlformats.org/drawingml/2006/main">
              <a:ext uri="{FF2B5EF4-FFF2-40B4-BE49-F238E27FC236}">
                <a16:creationId xmlns:a16="http://schemas.microsoft.com/office/drawing/2014/main" id="{6A68EBDA-AA64-4B52-80FB-6DE6BF11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05325"/>
            <a:ext cx="25336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1052" name="s1-issue-table-cell-text-1-3">
            <a:extLst xmlns:a="http://schemas.openxmlformats.org/drawingml/2006/main">
              <a:ext uri="{FF2B5EF4-FFF2-40B4-BE49-F238E27FC236}">
                <a16:creationId xmlns:a16="http://schemas.microsoft.com/office/drawing/2014/main" id="{3FB0406F-1F39-446A-B35D-68BD3A9D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91050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[조치·개선·남은 과제]</a:t>
            </a:r>
          </a:p>
        </p:txBody>
      </p:sp>
      <p:sp>
        <p:nvSpPr>
          <p:cNvPr id="1053" name="s1-issue-table-cell-2-1">
            <a:extLst xmlns:a="http://schemas.openxmlformats.org/drawingml/2006/main">
              <a:ext uri="{FF2B5EF4-FFF2-40B4-BE49-F238E27FC236}">
                <a16:creationId xmlns:a16="http://schemas.microsoft.com/office/drawing/2014/main" id="{8B4FCEC8-1FA2-4E25-89A9-26B36D24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3395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1054" name="s1-issue-table-cell-text-2-1">
            <a:extLst xmlns:a="http://schemas.openxmlformats.org/drawingml/2006/main">
              <a:ext uri="{FF2B5EF4-FFF2-40B4-BE49-F238E27FC236}">
                <a16:creationId xmlns:a16="http://schemas.microsoft.com/office/drawing/2014/main" id="{B57266D3-91EC-448A-B06D-6E725500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019675"/>
            <a:ext cx="1276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[항목 2]</a:t>
            </a:r>
          </a:p>
        </p:txBody>
      </p:sp>
      <p:sp>
        <p:nvSpPr>
          <p:cNvPr id="1055" name="s1-issue-table-cell-2-2">
            <a:extLst xmlns:a="http://schemas.openxmlformats.org/drawingml/2006/main">
              <a:ext uri="{FF2B5EF4-FFF2-40B4-BE49-F238E27FC236}">
                <a16:creationId xmlns:a16="http://schemas.microsoft.com/office/drawing/2014/main" id="{18C10876-D201-4ACB-A457-429C4534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9339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1056" name="s1-issue-table-cell-text-2-2">
            <a:extLst xmlns:a="http://schemas.openxmlformats.org/drawingml/2006/main">
              <a:ext uri="{FF2B5EF4-FFF2-40B4-BE49-F238E27FC236}">
                <a16:creationId xmlns:a16="http://schemas.microsoft.com/office/drawing/2014/main" id="{0E6FA02E-CA84-4C4C-BA1C-FFE8CB0E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19675"/>
            <a:ext cx="2228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[사실·원인·예시]</a:t>
            </a:r>
          </a:p>
        </p:txBody>
      </p:sp>
      <p:sp>
        <p:nvSpPr>
          <p:cNvPr id="1057" name="s1-issue-table-cell-2-3">
            <a:extLst xmlns:a="http://schemas.openxmlformats.org/drawingml/2006/main">
              <a:ext uri="{FF2B5EF4-FFF2-40B4-BE49-F238E27FC236}">
                <a16:creationId xmlns:a16="http://schemas.microsoft.com/office/drawing/2014/main" id="{C53E19FF-5497-4A9A-A62E-7DB8739A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33950"/>
            <a:ext cx="25336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1058" name="s1-issue-table-cell-text-2-3">
            <a:extLst xmlns:a="http://schemas.openxmlformats.org/drawingml/2006/main">
              <a:ext uri="{FF2B5EF4-FFF2-40B4-BE49-F238E27FC236}">
                <a16:creationId xmlns:a16="http://schemas.microsoft.com/office/drawing/2014/main" id="{0D27B835-A2A3-4C4D-B577-BB4DD8D6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1967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[조치·개선·남은 과제]</a:t>
            </a:r>
          </a:p>
        </p:txBody>
      </p:sp>
      <p:sp>
        <p:nvSpPr>
          <p:cNvPr id="1059" name="s1-issue-table-cell-3-1">
            <a:extLst xmlns:a="http://schemas.openxmlformats.org/drawingml/2006/main">
              <a:ext uri="{FF2B5EF4-FFF2-40B4-BE49-F238E27FC236}">
                <a16:creationId xmlns:a16="http://schemas.microsoft.com/office/drawing/2014/main" id="{B353937A-BE80-4E03-BC37-0CC46EA6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36257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1060" name="s1-issue-table-cell-text-3-1">
            <a:extLst xmlns:a="http://schemas.openxmlformats.org/drawingml/2006/main">
              <a:ext uri="{FF2B5EF4-FFF2-40B4-BE49-F238E27FC236}">
                <a16:creationId xmlns:a16="http://schemas.microsoft.com/office/drawing/2014/main" id="{41F6E838-576A-4ACC-BEE2-00209F4C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448300"/>
            <a:ext cx="1276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[항목 3]</a:t>
            </a:r>
          </a:p>
        </p:txBody>
      </p:sp>
      <p:sp>
        <p:nvSpPr>
          <p:cNvPr id="1061" name="s1-issue-table-cell-3-2">
            <a:extLst xmlns:a="http://schemas.openxmlformats.org/drawingml/2006/main">
              <a:ext uri="{FF2B5EF4-FFF2-40B4-BE49-F238E27FC236}">
                <a16:creationId xmlns:a16="http://schemas.microsoft.com/office/drawing/2014/main" id="{141A6DA4-8DE5-4E1E-B161-2F2637FA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62575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1062" name="s1-issue-table-cell-text-3-2">
            <a:extLst xmlns:a="http://schemas.openxmlformats.org/drawingml/2006/main">
              <a:ext uri="{FF2B5EF4-FFF2-40B4-BE49-F238E27FC236}">
                <a16:creationId xmlns:a16="http://schemas.microsoft.com/office/drawing/2014/main" id="{7539BA28-1FC2-46CB-A4E3-8C3BA59B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48300"/>
            <a:ext cx="2228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[사실·원인·예시]</a:t>
            </a:r>
          </a:p>
        </p:txBody>
      </p:sp>
      <p:sp>
        <p:nvSpPr>
          <p:cNvPr id="1063" name="s1-issue-table-cell-3-3">
            <a:extLst xmlns:a="http://schemas.openxmlformats.org/drawingml/2006/main">
              <a:ext uri="{FF2B5EF4-FFF2-40B4-BE49-F238E27FC236}">
                <a16:creationId xmlns:a16="http://schemas.microsoft.com/office/drawing/2014/main" id="{40F992C3-95B8-4650-83CE-2DC89B73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62575"/>
            <a:ext cx="25336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1064" name="s1-issue-table-cell-text-3-3">
            <a:extLst xmlns:a="http://schemas.openxmlformats.org/drawingml/2006/main">
              <a:ext uri="{FF2B5EF4-FFF2-40B4-BE49-F238E27FC236}">
                <a16:creationId xmlns:a16="http://schemas.microsoft.com/office/drawing/2014/main" id="{7202793D-2864-4A9F-B347-3891D58F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448300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[조치·개선·남은 과제]</a:t>
            </a:r>
          </a:p>
        </p:txBody>
      </p:sp>
    </p:spTree>
    <p:extLst>
      <p:ext uri="{BB962C8B-B14F-4D97-AF65-F5344CB8AC3E}">
        <p14:creationId xmlns:p14="http://schemas.microsoft.com/office/powerpoint/2010/main" val="1066926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71" name="s2-outer-border">
            <a:extLst xmlns:a="http://schemas.openxmlformats.org/drawingml/2006/main">
              <a:ext uri="{FF2B5EF4-FFF2-40B4-BE49-F238E27FC236}">
                <a16:creationId xmlns:a16="http://schemas.microsoft.com/office/drawing/2014/main" id="{21C67FE0-7F82-4C02-BDB2-7560E4C2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12172950" cy="683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2002" name="s2-accent-left">
            <a:extLst xmlns:a="http://schemas.openxmlformats.org/drawingml/2006/main">
              <a:ext uri="{FF2B5EF4-FFF2-40B4-BE49-F238E27FC236}">
                <a16:creationId xmlns:a16="http://schemas.microsoft.com/office/drawing/2014/main" id="{0F16C480-DC54-443E-9DFF-67469C92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0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3" name="s2-slide-title">
            <a:extLst xmlns:a="http://schemas.openxmlformats.org/drawingml/2006/main">
              <a:ext uri="{FF2B5EF4-FFF2-40B4-BE49-F238E27FC236}">
                <a16:creationId xmlns:a16="http://schemas.microsoft.com/office/drawing/2014/main" id="{BDEC7FE7-67C4-4682-AE56-A649E7B0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[과제 보고서 제목]</a:t>
            </a:r>
          </a:p>
        </p:txBody>
      </p:sp>
      <p:sp>
        <p:nvSpPr>
          <p:cNvPr id="2004" name="s2-title-rule">
            <a:extLst xmlns:a="http://schemas.openxmlformats.org/drawingml/2006/main">
              <a:ext uri="{FF2B5EF4-FFF2-40B4-BE49-F238E27FC236}">
                <a16:creationId xmlns:a16="http://schemas.microsoft.com/office/drawing/2014/main" id="{B1D8DDD1-9AE8-418D-B367-BD3390C2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0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5" name="s2-footer-left">
            <a:extLst xmlns:a="http://schemas.openxmlformats.org/drawingml/2006/main">
              <a:ext uri="{FF2B5EF4-FFF2-40B4-BE49-F238E27FC236}">
                <a16:creationId xmlns:a16="http://schemas.microsoft.com/office/drawing/2014/main" id="{2BA04442-5047-40E8-8EC4-C72CF72F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COMPANY REPORT  •  INTERNAL</a:t>
            </a:r>
          </a:p>
        </p:txBody>
      </p:sp>
      <p:sp>
        <p:nvSpPr>
          <p:cNvPr id="2006" name="s2-footer-page">
            <a:extLst xmlns:a="http://schemas.openxmlformats.org/drawingml/2006/main">
              <a:ext uri="{FF2B5EF4-FFF2-40B4-BE49-F238E27FC236}">
                <a16:creationId xmlns:a16="http://schemas.microsoft.com/office/drawing/2014/main" id="{D8A0401C-EA5B-4BB7-AB38-7D8AE00A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02</a:t>
            </a:r>
          </a:p>
        </p:txBody>
      </p:sp>
      <p:sp>
        <p:nvSpPr>
          <p:cNvPr id="2007" name="s2-single-task-band-band">
            <a:extLst xmlns:a="http://schemas.openxmlformats.org/drawingml/2006/main">
              <a:ext uri="{FF2B5EF4-FFF2-40B4-BE49-F238E27FC236}">
                <a16:creationId xmlns:a16="http://schemas.microsoft.com/office/drawing/2014/main" id="{C7229683-5D5C-4AC6-925A-B1700E71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105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8" name="s2-single-task-band-title">
            <a:extLst xmlns:a="http://schemas.openxmlformats.org/drawingml/2006/main">
              <a:ext uri="{FF2B5EF4-FFF2-40B4-BE49-F238E27FC236}">
                <a16:creationId xmlns:a16="http://schemas.microsoft.com/office/drawing/2014/main" id="{16308A32-2C60-40F0-A820-319CE228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001EFF"/>
                </a:solidFill>
                <a:latin typeface="NanumBarunGothicOTF"/>
                <a:ea typeface="NanumBarunGothicOTF"/>
                <a:cs typeface="NanumBarunGothicOTF"/>
              </a:rPr>
              <a:t>[핵심 결론: 개선 내용·효과·다음 조치]</a:t>
            </a:r>
          </a:p>
        </p:txBody>
      </p:sp>
      <p:sp>
        <p:nvSpPr>
          <p:cNvPr id="2009" name="s2-single-task-panel-shadow">
            <a:extLst xmlns:a="http://schemas.openxmlformats.org/drawingml/2006/main">
              <a:ext uri="{FF2B5EF4-FFF2-40B4-BE49-F238E27FC236}">
                <a16:creationId xmlns:a16="http://schemas.microsoft.com/office/drawing/2014/main" id="{FA68FAD1-2F0D-4E48-A040-92F00114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05075"/>
            <a:ext cx="51054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0" name="s2-single-task-panel">
            <a:extLst xmlns:a="http://schemas.openxmlformats.org/drawingml/2006/main">
              <a:ext uri="{FF2B5EF4-FFF2-40B4-BE49-F238E27FC236}">
                <a16:creationId xmlns:a16="http://schemas.microsoft.com/office/drawing/2014/main" id="{3B49E860-5B55-422F-926E-E5584AE1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1054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2011" name="s2-single-task-tab-shadow">
            <a:extLst xmlns:a="http://schemas.openxmlformats.org/drawingml/2006/main">
              <a:ext uri="{FF2B5EF4-FFF2-40B4-BE49-F238E27FC236}">
                <a16:creationId xmlns:a16="http://schemas.microsoft.com/office/drawing/2014/main" id="{901BBFD3-262B-4520-94C1-66A89FA5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2" name="s2-single-task-tab">
            <a:extLst xmlns:a="http://schemas.openxmlformats.org/drawingml/2006/main">
              <a:ext uri="{FF2B5EF4-FFF2-40B4-BE49-F238E27FC236}">
                <a16:creationId xmlns:a16="http://schemas.microsoft.com/office/drawing/2014/main" id="{7ABEC8BD-FA5C-4B86-A1F8-4B81B0E2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790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3" name="s2-single-task-tab-text">
            <a:extLst xmlns:a="http://schemas.openxmlformats.org/drawingml/2006/main">
              <a:ext uri="{FF2B5EF4-FFF2-40B4-BE49-F238E27FC236}">
                <a16:creationId xmlns:a16="http://schemas.microsoft.com/office/drawing/2014/main" id="{77C557BD-EB0C-4660-880D-4B10329A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업무 개선 요약</a:t>
            </a:r>
          </a:p>
        </p:txBody>
      </p:sp>
      <p:sp>
        <p:nvSpPr>
          <p:cNvPr id="2014" name="s2-single-task-asis-label">
            <a:extLst xmlns:a="http://schemas.openxmlformats.org/drawingml/2006/main">
              <a:ext uri="{FF2B5EF4-FFF2-40B4-BE49-F238E27FC236}">
                <a16:creationId xmlns:a16="http://schemas.microsoft.com/office/drawing/2014/main" id="{596D71AD-2C1A-424E-8F4B-858096E4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[AS-IS]</a:t>
            </a:r>
          </a:p>
        </p:txBody>
      </p:sp>
      <p:sp>
        <p:nvSpPr>
          <p:cNvPr id="2015" name="s2-single-task-asis-title">
            <a:extLst xmlns:a="http://schemas.openxmlformats.org/drawingml/2006/main">
              <a:ext uri="{FF2B5EF4-FFF2-40B4-BE49-F238E27FC236}">
                <a16:creationId xmlns:a16="http://schemas.microsoft.com/office/drawing/2014/main" id="{8A9FEE5E-B068-4DB4-A2BC-642CDF11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[현재 업무 방식]</a:t>
            </a:r>
          </a:p>
        </p:txBody>
      </p:sp>
      <p:sp>
        <p:nvSpPr>
          <p:cNvPr id="2016" name="s2-single-task-asis-list">
            <a:extLst xmlns:a="http://schemas.openxmlformats.org/drawingml/2006/main">
              <a:ext uri="{FF2B5EF4-FFF2-40B4-BE49-F238E27FC236}">
                <a16:creationId xmlns:a16="http://schemas.microsoft.com/office/drawing/2014/main" id="{E8D6E610-531C-4E56-BC84-FD992341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[현재 수행 방식]</a:t>
            </a:r>
          </a:p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[문제·제약과 영향]</a:t>
            </a:r>
          </a:p>
        </p:txBody>
      </p:sp>
      <p:sp>
        <p:nvSpPr>
          <p:cNvPr id="2017" name="s2-single-task-transition-arrow">
            <a:extLst xmlns:a="http://schemas.openxmlformats.org/drawingml/2006/main">
              <a:ext uri="{FF2B5EF4-FFF2-40B4-BE49-F238E27FC236}">
                <a16:creationId xmlns:a16="http://schemas.microsoft.com/office/drawing/2014/main" id="{FF2BF629-53A7-45D8-9B52-E9923886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766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i="0">
                <a:solidFill>
                  <a:srgbClr val="B7B7B7"/>
                </a:solidFill>
                <a:latin typeface="NanumBarunGothicOTF"/>
                <a:ea typeface="NanumBarunGothicOTF"/>
                <a:cs typeface="NanumBarunGothicOTF"/>
              </a:rPr>
              <a:t>→</a:t>
            </a:r>
          </a:p>
        </p:txBody>
      </p:sp>
      <p:sp>
        <p:nvSpPr>
          <p:cNvPr id="2018" name="s2-single-task-tobe-highlight">
            <a:extLst xmlns:a="http://schemas.openxmlformats.org/drawingml/2006/main">
              <a:ext uri="{FF2B5EF4-FFF2-40B4-BE49-F238E27FC236}">
                <a16:creationId xmlns:a16="http://schemas.microsoft.com/office/drawing/2014/main" id="{7BE95D7F-CEEE-40B4-AB53-117600CC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1028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9" name="s2-single-task-tobe-label">
            <a:extLst xmlns:a="http://schemas.openxmlformats.org/drawingml/2006/main">
              <a:ext uri="{FF2B5EF4-FFF2-40B4-BE49-F238E27FC236}">
                <a16:creationId xmlns:a16="http://schemas.microsoft.com/office/drawing/2014/main" id="{D86A45B9-8C9F-4570-9C23-74829956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765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TO-BE</a:t>
            </a:r>
          </a:p>
        </p:txBody>
      </p:sp>
      <p:sp>
        <p:nvSpPr>
          <p:cNvPr id="2020" name="s2-single-task-tobe-title">
            <a:extLst xmlns:a="http://schemas.openxmlformats.org/drawingml/2006/main">
              <a:ext uri="{FF2B5EF4-FFF2-40B4-BE49-F238E27FC236}">
                <a16:creationId xmlns:a16="http://schemas.microsoft.com/office/drawing/2014/main" id="{8BB3FABC-4A80-4BF5-BDED-AA53DF22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[목표 업무 방식]</a:t>
            </a:r>
          </a:p>
        </p:txBody>
      </p:sp>
      <p:sp>
        <p:nvSpPr>
          <p:cNvPr id="2021" name="s2-single-task-tobe-list">
            <a:extLst xmlns:a="http://schemas.openxmlformats.org/drawingml/2006/main">
              <a:ext uri="{FF2B5EF4-FFF2-40B4-BE49-F238E27FC236}">
                <a16:creationId xmlns:a16="http://schemas.microsoft.com/office/drawing/2014/main" id="{B28F3513-5325-42C3-8BB2-8FBA1F70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29000"/>
            <a:ext cx="192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변경 사항]</a:t>
            </a:r>
          </a:p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[운영·검증 기준]</a:t>
            </a:r>
          </a:p>
        </p:txBody>
      </p:sp>
      <p:sp>
        <p:nvSpPr>
          <p:cNvPr id="2022" name="s2-single-task-effect-rule">
            <a:extLst xmlns:a="http://schemas.openxmlformats.org/drawingml/2006/main">
              <a:ext uri="{FF2B5EF4-FFF2-40B4-BE49-F238E27FC236}">
                <a16:creationId xmlns:a16="http://schemas.microsoft.com/office/drawing/2014/main" id="{35C1DA1B-359D-4E08-83A9-9D522CC8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464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B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3" name="s2-single-task-effect">
            <a:extLst xmlns:a="http://schemas.openxmlformats.org/drawingml/2006/main">
              <a:ext uri="{FF2B5EF4-FFF2-40B4-BE49-F238E27FC236}">
                <a16:creationId xmlns:a16="http://schemas.microsoft.com/office/drawing/2014/main" id="{8170179A-069B-4C3F-BDAD-8C71FD35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4815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▶ 개선 효과  |  </a:t>
            </a:r>
            <a:r>
              <a:rPr sz="1200" b="1" i="0">
                <a:solidFill>
                  <a:srgbClr val="E00012"/>
                </a:solidFill>
                <a:latin typeface="NanumBarunGothicOTF"/>
                <a:ea typeface="NanumBarunGothicOTF"/>
                <a:cs typeface="NanumBarunGothicOTF"/>
              </a:rPr>
              <a:t>[과제의 핵심 효과 또는 판단]</a:t>
            </a:r>
          </a:p>
        </p:txBody>
      </p:sp>
      <p:sp>
        <p:nvSpPr>
          <p:cNvPr id="2024" name="s2-single-task-roadmap-heading-marker">
            <a:extLst xmlns:a="http://schemas.openxmlformats.org/drawingml/2006/main">
              <a:ext uri="{FF2B5EF4-FFF2-40B4-BE49-F238E27FC236}">
                <a16:creationId xmlns:a16="http://schemas.microsoft.com/office/drawing/2014/main" id="{111C3A20-8E07-4A3F-8604-FD93E4B8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5" name="s2-single-task-roadmap-heading-text">
            <a:extLst xmlns:a="http://schemas.openxmlformats.org/drawingml/2006/main">
              <a:ext uri="{FF2B5EF4-FFF2-40B4-BE49-F238E27FC236}">
                <a16:creationId xmlns:a16="http://schemas.microsoft.com/office/drawing/2014/main" id="{61535414-09A1-4C2D-B638-0DB6A38A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추진 일정 및 향후 계획</a:t>
            </a:r>
          </a:p>
        </p:txBody>
      </p:sp>
      <p:sp>
        <p:nvSpPr>
          <p:cNvPr id="2026" name="s2-single-task-roadmap-track">
            <a:extLst xmlns:a="http://schemas.openxmlformats.org/drawingml/2006/main">
              <a:ext uri="{FF2B5EF4-FFF2-40B4-BE49-F238E27FC236}">
                <a16:creationId xmlns:a16="http://schemas.microsoft.com/office/drawing/2014/main" id="{ABCC0773-8C1D-44B7-A93B-02C08C9B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72150"/>
            <a:ext cx="394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7" name="s2-single-task-roadmap-stage-1">
            <a:extLst xmlns:a="http://schemas.openxmlformats.org/drawingml/2006/main">
              <a:ext uri="{FF2B5EF4-FFF2-40B4-BE49-F238E27FC236}">
                <a16:creationId xmlns:a16="http://schemas.microsoft.com/office/drawing/2014/main" id="{BF1E01F0-B9BD-4D5A-8B6D-A20F8826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[단계 1]</a:t>
            </a:r>
          </a:p>
        </p:txBody>
      </p:sp>
      <p:sp>
        <p:nvSpPr>
          <p:cNvPr id="2028" name="s2-single-task-roadmap-node-1">
            <a:extLst xmlns:a="http://schemas.openxmlformats.org/drawingml/2006/main">
              <a:ext uri="{FF2B5EF4-FFF2-40B4-BE49-F238E27FC236}">
                <a16:creationId xmlns:a16="http://schemas.microsoft.com/office/drawing/2014/main" id="{5D9B4F17-9437-4EBA-90AE-5EBECA10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57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858585"/>
                </a:solidFill>
                <a:latin typeface="NanumBarunGothicOTF"/>
                <a:ea typeface="NanumBarunGothicOTF"/>
                <a:cs typeface="NanumBarunGothicOTF"/>
              </a:rPr>
              <a:t>●</a:t>
            </a:r>
          </a:p>
        </p:txBody>
      </p:sp>
      <p:sp>
        <p:nvSpPr>
          <p:cNvPr id="2029" name="s2-single-task-roadmap-note-1">
            <a:extLst xmlns:a="http://schemas.openxmlformats.org/drawingml/2006/main">
              <a:ext uri="{FF2B5EF4-FFF2-40B4-BE49-F238E27FC236}">
                <a16:creationId xmlns:a16="http://schemas.microsoft.com/office/drawing/2014/main" id="{6F730378-4E82-424E-BF54-6F6617F0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00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활동]</a:t>
            </a:r>
          </a:p>
        </p:txBody>
      </p:sp>
      <p:sp>
        <p:nvSpPr>
          <p:cNvPr id="2030" name="s2-single-task-roadmap-stage-2">
            <a:extLst xmlns:a="http://schemas.openxmlformats.org/drawingml/2006/main">
              <a:ext uri="{FF2B5EF4-FFF2-40B4-BE49-F238E27FC236}">
                <a16:creationId xmlns:a16="http://schemas.microsoft.com/office/drawing/2014/main" id="{84C6F003-A32A-4217-A42E-35F3198F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864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[단계 2]</a:t>
            </a:r>
          </a:p>
        </p:txBody>
      </p:sp>
      <p:sp>
        <p:nvSpPr>
          <p:cNvPr id="2031" name="s2-single-task-roadmap-node-2">
            <a:extLst xmlns:a="http://schemas.openxmlformats.org/drawingml/2006/main">
              <a:ext uri="{FF2B5EF4-FFF2-40B4-BE49-F238E27FC236}">
                <a16:creationId xmlns:a16="http://schemas.microsoft.com/office/drawing/2014/main" id="{4F91BE4C-6815-4C78-B862-69BBB97C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57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858585"/>
                </a:solidFill>
                <a:latin typeface="NanumBarunGothicOTF"/>
                <a:ea typeface="NanumBarunGothicOTF"/>
                <a:cs typeface="NanumBarunGothicOTF"/>
              </a:rPr>
              <a:t>●</a:t>
            </a:r>
          </a:p>
        </p:txBody>
      </p:sp>
      <p:sp>
        <p:nvSpPr>
          <p:cNvPr id="2032" name="s2-single-task-roadmap-note-2">
            <a:extLst xmlns:a="http://schemas.openxmlformats.org/drawingml/2006/main">
              <a:ext uri="{FF2B5EF4-FFF2-40B4-BE49-F238E27FC236}">
                <a16:creationId xmlns:a16="http://schemas.microsoft.com/office/drawing/2014/main" id="{1AE3F9C1-CD55-4070-88CD-C0C7CB2F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000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활동]</a:t>
            </a:r>
          </a:p>
        </p:txBody>
      </p:sp>
      <p:sp>
        <p:nvSpPr>
          <p:cNvPr id="2033" name="s2-single-task-roadmap-stage-3">
            <a:extLst xmlns:a="http://schemas.openxmlformats.org/drawingml/2006/main">
              <a:ext uri="{FF2B5EF4-FFF2-40B4-BE49-F238E27FC236}">
                <a16:creationId xmlns:a16="http://schemas.microsoft.com/office/drawing/2014/main" id="{D8E28FAC-E42F-4688-A9B7-41934CC8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864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[단계 3]</a:t>
            </a:r>
          </a:p>
        </p:txBody>
      </p:sp>
      <p:sp>
        <p:nvSpPr>
          <p:cNvPr id="2034" name="s2-single-task-roadmap-node-3">
            <a:extLst xmlns:a="http://schemas.openxmlformats.org/drawingml/2006/main">
              <a:ext uri="{FF2B5EF4-FFF2-40B4-BE49-F238E27FC236}">
                <a16:creationId xmlns:a16="http://schemas.microsoft.com/office/drawing/2014/main" id="{CB673A5A-C448-484C-B505-DC190091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57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858585"/>
                </a:solidFill>
                <a:latin typeface="NanumBarunGothicOTF"/>
                <a:ea typeface="NanumBarunGothicOTF"/>
                <a:cs typeface="NanumBarunGothicOTF"/>
              </a:rPr>
              <a:t>●</a:t>
            </a:r>
          </a:p>
        </p:txBody>
      </p:sp>
      <p:sp>
        <p:nvSpPr>
          <p:cNvPr id="2035" name="s2-single-task-roadmap-note-3">
            <a:extLst xmlns:a="http://schemas.openxmlformats.org/drawingml/2006/main">
              <a:ext uri="{FF2B5EF4-FFF2-40B4-BE49-F238E27FC236}">
                <a16:creationId xmlns:a16="http://schemas.microsoft.com/office/drawing/2014/main" id="{8912A8BE-BF7D-4A8D-B19D-812FCFB5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000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활동]</a:t>
            </a:r>
          </a:p>
        </p:txBody>
      </p:sp>
      <p:sp>
        <p:nvSpPr>
          <p:cNvPr id="2036" name="s2-single-task-roadmap-stage-4">
            <a:extLst xmlns:a="http://schemas.openxmlformats.org/drawingml/2006/main">
              <a:ext uri="{FF2B5EF4-FFF2-40B4-BE49-F238E27FC236}">
                <a16:creationId xmlns:a16="http://schemas.microsoft.com/office/drawing/2014/main" id="{85B3D037-0912-4600-A5BE-FB21DC30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4864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[단계 4]</a:t>
            </a:r>
          </a:p>
        </p:txBody>
      </p:sp>
      <p:sp>
        <p:nvSpPr>
          <p:cNvPr id="2037" name="s2-single-task-roadmap-node-4">
            <a:extLst xmlns:a="http://schemas.openxmlformats.org/drawingml/2006/main">
              <a:ext uri="{FF2B5EF4-FFF2-40B4-BE49-F238E27FC236}">
                <a16:creationId xmlns:a16="http://schemas.microsoft.com/office/drawing/2014/main" id="{BA0DA3AE-B89A-467E-9571-3A473D11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57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052B68"/>
                </a:solidFill>
                <a:latin typeface="NanumBarunGothicOTF"/>
                <a:ea typeface="NanumBarunGothicOTF"/>
                <a:cs typeface="NanumBarunGothicOTF"/>
              </a:rPr>
              <a:t>●</a:t>
            </a:r>
          </a:p>
        </p:txBody>
      </p:sp>
      <p:sp>
        <p:nvSpPr>
          <p:cNvPr id="2038" name="s2-single-task-roadmap-note-4">
            <a:extLst xmlns:a="http://schemas.openxmlformats.org/drawingml/2006/main">
              <a:ext uri="{FF2B5EF4-FFF2-40B4-BE49-F238E27FC236}">
                <a16:creationId xmlns:a16="http://schemas.microsoft.com/office/drawing/2014/main" id="{73D7FFAA-55B3-4585-9360-C58432A9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00075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활동]</a:t>
            </a:r>
          </a:p>
        </p:txBody>
      </p:sp>
      <p:sp>
        <p:nvSpPr>
          <p:cNvPr id="2039" name="s2-single-task-detail-heading-marker">
            <a:extLst xmlns:a="http://schemas.openxmlformats.org/drawingml/2006/main">
              <a:ext uri="{FF2B5EF4-FFF2-40B4-BE49-F238E27FC236}">
                <a16:creationId xmlns:a16="http://schemas.microsoft.com/office/drawing/2014/main" id="{28413FB1-5BF9-4C8B-8694-8976976A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352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0" name="s2-single-task-detail-heading-text">
            <a:extLst xmlns:a="http://schemas.openxmlformats.org/drawingml/2006/main">
              <a:ext uri="{FF2B5EF4-FFF2-40B4-BE49-F238E27FC236}">
                <a16:creationId xmlns:a16="http://schemas.microsoft.com/office/drawing/2014/main" id="{E9F0E6B2-50A7-4F19-BCB8-D636B178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1445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세부 과제 내용</a:t>
            </a:r>
          </a:p>
        </p:txBody>
      </p:sp>
      <p:sp>
        <p:nvSpPr>
          <p:cNvPr id="2041" name="s2-single-task-process-1">
            <a:extLst xmlns:a="http://schemas.openxmlformats.org/drawingml/2006/main">
              <a:ext uri="{FF2B5EF4-FFF2-40B4-BE49-F238E27FC236}">
                <a16:creationId xmlns:a16="http://schemas.microsoft.com/office/drawing/2014/main" id="{FA2933F4-58BC-463E-B5FA-5B02E95D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2042" name="s2-single-task-process-title-1">
            <a:extLst xmlns:a="http://schemas.openxmlformats.org/drawingml/2006/main">
              <a:ext uri="{FF2B5EF4-FFF2-40B4-BE49-F238E27FC236}">
                <a16:creationId xmlns:a16="http://schemas.microsoft.com/office/drawing/2014/main" id="{B29F7FD1-B3D1-4E94-9B36-3672DEC4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[1단계]</a:t>
            </a:r>
          </a:p>
        </p:txBody>
      </p:sp>
      <p:sp>
        <p:nvSpPr>
          <p:cNvPr id="2043" name="s2-single-task-process-note-1">
            <a:extLst xmlns:a="http://schemas.openxmlformats.org/drawingml/2006/main">
              <a:ext uri="{FF2B5EF4-FFF2-40B4-BE49-F238E27FC236}">
                <a16:creationId xmlns:a16="http://schemas.microsoft.com/office/drawing/2014/main" id="{D8DD7D33-5C24-40E2-90C5-FABD7549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1352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[대상·수집]</a:t>
            </a:r>
          </a:p>
        </p:txBody>
      </p:sp>
      <p:sp>
        <p:nvSpPr>
          <p:cNvPr id="2044" name="s2-single-task-process-arrow-1">
            <a:extLst xmlns:a="http://schemas.openxmlformats.org/drawingml/2006/main">
              <a:ext uri="{FF2B5EF4-FFF2-40B4-BE49-F238E27FC236}">
                <a16:creationId xmlns:a16="http://schemas.microsoft.com/office/drawing/2014/main" id="{5358229C-AC18-40D0-87C3-9D01EDDA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859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→</a:t>
            </a:r>
          </a:p>
        </p:txBody>
      </p:sp>
      <p:sp>
        <p:nvSpPr>
          <p:cNvPr id="2045" name="s2-single-task-process-2">
            <a:extLst xmlns:a="http://schemas.openxmlformats.org/drawingml/2006/main">
              <a:ext uri="{FF2B5EF4-FFF2-40B4-BE49-F238E27FC236}">
                <a16:creationId xmlns:a16="http://schemas.microsoft.com/office/drawing/2014/main" id="{CEE2A9B6-BB9E-4333-A78C-BC2044EC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52600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2046" name="s2-single-task-process-title-2">
            <a:extLst xmlns:a="http://schemas.openxmlformats.org/drawingml/2006/main">
              <a:ext uri="{FF2B5EF4-FFF2-40B4-BE49-F238E27FC236}">
                <a16:creationId xmlns:a16="http://schemas.microsoft.com/office/drawing/2014/main" id="{21AEEF8F-EFAB-4211-B043-6CF8F521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[2단계]</a:t>
            </a:r>
          </a:p>
        </p:txBody>
      </p:sp>
      <p:sp>
        <p:nvSpPr>
          <p:cNvPr id="2047" name="s2-single-task-process-note-2">
            <a:extLst xmlns:a="http://schemas.openxmlformats.org/drawingml/2006/main">
              <a:ext uri="{FF2B5EF4-FFF2-40B4-BE49-F238E27FC236}">
                <a16:creationId xmlns:a16="http://schemas.microsoft.com/office/drawing/2014/main" id="{9D25ED76-88BA-4443-A452-D974264E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1352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[처리·분석]</a:t>
            </a:r>
          </a:p>
        </p:txBody>
      </p:sp>
      <p:sp>
        <p:nvSpPr>
          <p:cNvPr id="2048" name="s2-single-task-process-arrow-2">
            <a:extLst xmlns:a="http://schemas.openxmlformats.org/drawingml/2006/main">
              <a:ext uri="{FF2B5EF4-FFF2-40B4-BE49-F238E27FC236}">
                <a16:creationId xmlns:a16="http://schemas.microsoft.com/office/drawing/2014/main" id="{7D8DFA25-C5DA-46E1-B271-0245A482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859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→</a:t>
            </a:r>
          </a:p>
        </p:txBody>
      </p:sp>
      <p:sp>
        <p:nvSpPr>
          <p:cNvPr id="2049" name="s2-single-task-process-3">
            <a:extLst xmlns:a="http://schemas.openxmlformats.org/drawingml/2006/main">
              <a:ext uri="{FF2B5EF4-FFF2-40B4-BE49-F238E27FC236}">
                <a16:creationId xmlns:a16="http://schemas.microsoft.com/office/drawing/2014/main" id="{3F96634E-3E8E-4877-BF9E-F7E436BE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52600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2050" name="s2-single-task-process-title-3">
            <a:extLst xmlns:a="http://schemas.openxmlformats.org/drawingml/2006/main">
              <a:ext uri="{FF2B5EF4-FFF2-40B4-BE49-F238E27FC236}">
                <a16:creationId xmlns:a16="http://schemas.microsoft.com/office/drawing/2014/main" id="{C63670D4-57FE-45F0-BBBA-DEDB9DA2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84785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[3단계]</a:t>
            </a:r>
          </a:p>
        </p:txBody>
      </p:sp>
      <p:sp>
        <p:nvSpPr>
          <p:cNvPr id="2051" name="s2-single-task-process-note-3">
            <a:extLst xmlns:a="http://schemas.openxmlformats.org/drawingml/2006/main">
              <a:ext uri="{FF2B5EF4-FFF2-40B4-BE49-F238E27FC236}">
                <a16:creationId xmlns:a16="http://schemas.microsoft.com/office/drawing/2014/main" id="{E4AF8020-33C5-495C-BBD1-AEF6954B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76450"/>
            <a:ext cx="1447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[산출·활용]</a:t>
            </a:r>
          </a:p>
        </p:txBody>
      </p:sp>
      <p:sp>
        <p:nvSpPr>
          <p:cNvPr id="2052" name="s2-single-task-detail-line-1">
            <a:extLst xmlns:a="http://schemas.openxmlformats.org/drawingml/2006/main">
              <a:ext uri="{FF2B5EF4-FFF2-40B4-BE49-F238E27FC236}">
                <a16:creationId xmlns:a16="http://schemas.microsoft.com/office/drawing/2014/main" id="{D50AC5A9-AECA-4D67-9288-AC1FB3C3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521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052B68"/>
                </a:solidFill>
                <a:latin typeface="NanumBarunGothicOTF"/>
                <a:ea typeface="NanumBarunGothicOTF"/>
                <a:cs typeface="NanumBarunGothicOTF"/>
              </a:rPr>
              <a:t>1단계  |  </a:t>
            </a:r>
            <a:r>
              <a:rPr sz="11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[대상·범위·수집 기준과 완료 조건]</a:t>
            </a:r>
          </a:p>
        </p:txBody>
      </p:sp>
      <p:sp>
        <p:nvSpPr>
          <p:cNvPr id="2053" name="s2-single-task-detail-line-2">
            <a:extLst xmlns:a="http://schemas.openxmlformats.org/drawingml/2006/main">
              <a:ext uri="{FF2B5EF4-FFF2-40B4-BE49-F238E27FC236}">
                <a16:creationId xmlns:a16="http://schemas.microsoft.com/office/drawing/2014/main" id="{28318FE0-1F3C-43F1-AA87-92037DF2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19400"/>
            <a:ext cx="521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052B68"/>
                </a:solidFill>
                <a:latin typeface="NanumBarunGothicOTF"/>
                <a:ea typeface="NanumBarunGothicOTF"/>
                <a:cs typeface="NanumBarunGothicOTF"/>
              </a:rPr>
              <a:t>2단계  |  </a:t>
            </a:r>
            <a:r>
              <a:rPr sz="11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처리·분석 방식과 품질 검증 기준]</a:t>
            </a:r>
          </a:p>
        </p:txBody>
      </p:sp>
      <p:sp>
        <p:nvSpPr>
          <p:cNvPr id="2054" name="s2-single-task-detail-line-3">
            <a:extLst xmlns:a="http://schemas.openxmlformats.org/drawingml/2006/main">
              <a:ext uri="{FF2B5EF4-FFF2-40B4-BE49-F238E27FC236}">
                <a16:creationId xmlns:a16="http://schemas.microsoft.com/office/drawing/2014/main" id="{12361B1F-53C1-4229-B886-59568F2A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81350"/>
            <a:ext cx="5219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052B68"/>
                </a:solidFill>
                <a:latin typeface="NanumBarunGothicOTF"/>
                <a:ea typeface="NanumBarunGothicOTF"/>
                <a:cs typeface="NanumBarunGothicOTF"/>
              </a:rPr>
              <a:t>3단계  |  </a:t>
            </a:r>
            <a:r>
              <a:rPr sz="11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[결과물·배포·시스템 연계와 운영 주기]</a:t>
            </a:r>
          </a:p>
        </p:txBody>
      </p:sp>
      <p:sp>
        <p:nvSpPr>
          <p:cNvPr id="2055" name="s2-single-task-structure-heading-marker">
            <a:extLst xmlns:a="http://schemas.openxmlformats.org/drawingml/2006/main">
              <a:ext uri="{FF2B5EF4-FFF2-40B4-BE49-F238E27FC236}">
                <a16:creationId xmlns:a16="http://schemas.microsoft.com/office/drawing/2014/main" id="{3CD67BB1-A19E-490A-AB89-616CF543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576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6" name="s2-single-task-structure-heading-text">
            <a:extLst xmlns:a="http://schemas.openxmlformats.org/drawingml/2006/main">
              <a:ext uri="{FF2B5EF4-FFF2-40B4-BE49-F238E27FC236}">
                <a16:creationId xmlns:a16="http://schemas.microsoft.com/office/drawing/2014/main" id="{0ECA3C26-93E5-4B84-8DCA-E07EF447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세부 구성 및 산출</a:t>
            </a:r>
          </a:p>
        </p:txBody>
      </p:sp>
      <p:sp>
        <p:nvSpPr>
          <p:cNvPr id="2057" name="s2-single-task-input-label">
            <a:extLst xmlns:a="http://schemas.openxmlformats.org/drawingml/2006/main">
              <a:ext uri="{FF2B5EF4-FFF2-40B4-BE49-F238E27FC236}">
                <a16:creationId xmlns:a16="http://schemas.microsoft.com/office/drawing/2014/main" id="{C289EFC3-CEC8-4E02-8D96-0992B89D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1581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A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8" name="s2-single-task-input-label-text">
            <a:extLst xmlns:a="http://schemas.openxmlformats.org/drawingml/2006/main">
              <a:ext uri="{FF2B5EF4-FFF2-40B4-BE49-F238E27FC236}">
                <a16:creationId xmlns:a16="http://schemas.microsoft.com/office/drawing/2014/main" id="{D4DB1F7D-77B6-44E5-88A5-F239AD8B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입력·대상</a:t>
            </a:r>
          </a:p>
        </p:txBody>
      </p:sp>
      <p:sp>
        <p:nvSpPr>
          <p:cNvPr id="2059" name="s2-single-task-input-body">
            <a:extLst xmlns:a="http://schemas.openxmlformats.org/drawingml/2006/main">
              <a:ext uri="{FF2B5EF4-FFF2-40B4-BE49-F238E27FC236}">
                <a16:creationId xmlns:a16="http://schemas.microsoft.com/office/drawing/2014/main" id="{B8693546-4FC8-44C5-84C0-D46D075F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24350"/>
            <a:ext cx="1581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2060" name="s2-single-task-input-list">
            <a:extLst xmlns:a="http://schemas.openxmlformats.org/drawingml/2006/main">
              <a:ext uri="{FF2B5EF4-FFF2-40B4-BE49-F238E27FC236}">
                <a16:creationId xmlns:a16="http://schemas.microsoft.com/office/drawing/2014/main" id="{F7729498-C9FD-4795-A41B-94D15429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33900"/>
            <a:ext cx="1276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[대상·원천]</a:t>
            </a:r>
          </a:p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[범위·조건]</a:t>
            </a:r>
          </a:p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[담당·주기]</a:t>
            </a:r>
          </a:p>
        </p:txBody>
      </p:sp>
      <p:sp>
        <p:nvSpPr>
          <p:cNvPr id="2061" name="s2-single-task-process-label">
            <a:extLst xmlns:a="http://schemas.openxmlformats.org/drawingml/2006/main">
              <a:ext uri="{FF2B5EF4-FFF2-40B4-BE49-F238E27FC236}">
                <a16:creationId xmlns:a16="http://schemas.microsoft.com/office/drawing/2014/main" id="{0728E700-F52E-46EF-B988-61234F5D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00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A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2" name="s2-single-task-process-label-text">
            <a:extLst xmlns:a="http://schemas.openxmlformats.org/drawingml/2006/main">
              <a:ext uri="{FF2B5EF4-FFF2-40B4-BE49-F238E27FC236}">
                <a16:creationId xmlns:a16="http://schemas.microsoft.com/office/drawing/2014/main" id="{EC1FFBB3-F918-49B0-B62F-AE4F479E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처리·분석</a:t>
            </a:r>
          </a:p>
        </p:txBody>
      </p:sp>
      <p:sp>
        <p:nvSpPr>
          <p:cNvPr id="2063" name="s2-single-task-process-body">
            <a:extLst xmlns:a="http://schemas.openxmlformats.org/drawingml/2006/main">
              <a:ext uri="{FF2B5EF4-FFF2-40B4-BE49-F238E27FC236}">
                <a16:creationId xmlns:a16="http://schemas.microsoft.com/office/drawing/2014/main" id="{6D811557-C715-4683-A4FB-8ACBD33E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24350"/>
            <a:ext cx="1809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2064" name="s2-single-task-process-list">
            <a:extLst xmlns:a="http://schemas.openxmlformats.org/drawingml/2006/main">
              <a:ext uri="{FF2B5EF4-FFF2-40B4-BE49-F238E27FC236}">
                <a16:creationId xmlns:a16="http://schemas.microsoft.com/office/drawing/2014/main" id="{C4C60A31-3CBD-4C46-B1EC-F5461897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15049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처리 1]</a:t>
            </a:r>
          </a:p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처리 2]</a:t>
            </a:r>
          </a:p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[검증·예외]</a:t>
            </a:r>
          </a:p>
        </p:txBody>
      </p:sp>
      <p:sp>
        <p:nvSpPr>
          <p:cNvPr id="2065" name="s2-single-task-output-label">
            <a:extLst xmlns:a="http://schemas.openxmlformats.org/drawingml/2006/main">
              <a:ext uri="{FF2B5EF4-FFF2-40B4-BE49-F238E27FC236}">
                <a16:creationId xmlns:a16="http://schemas.microsoft.com/office/drawing/2014/main" id="{8FEFEB69-2429-46C4-BFB8-F58DAD26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00050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A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6" name="s2-single-task-output-label-text">
            <a:extLst xmlns:a="http://schemas.openxmlformats.org/drawingml/2006/main">
              <a:ext uri="{FF2B5EF4-FFF2-40B4-BE49-F238E27FC236}">
                <a16:creationId xmlns:a16="http://schemas.microsoft.com/office/drawing/2014/main" id="{88EFEEBD-178D-4467-A0F6-A84B0670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0767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산출·활용</a:t>
            </a:r>
          </a:p>
        </p:txBody>
      </p:sp>
      <p:sp>
        <p:nvSpPr>
          <p:cNvPr id="2067" name="s2-single-task-output-body">
            <a:extLst xmlns:a="http://schemas.openxmlformats.org/drawingml/2006/main">
              <a:ext uri="{FF2B5EF4-FFF2-40B4-BE49-F238E27FC236}">
                <a16:creationId xmlns:a16="http://schemas.microsoft.com/office/drawing/2014/main" id="{96572FB9-ED41-4EB3-AAE2-EBA807C6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24350"/>
            <a:ext cx="1562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2068" name="s2-single-task-output-list">
            <a:extLst xmlns:a="http://schemas.openxmlformats.org/drawingml/2006/main">
              <a:ext uri="{FF2B5EF4-FFF2-40B4-BE49-F238E27FC236}">
                <a16:creationId xmlns:a16="http://schemas.microsoft.com/office/drawing/2014/main" id="{F1352FDA-C6B3-4F82-A1D4-F013D22C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533900"/>
            <a:ext cx="1257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[결과물]</a:t>
            </a:r>
          </a:p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[배포·연계]</a:t>
            </a:r>
          </a:p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[사용자·후속]</a:t>
            </a:r>
          </a:p>
        </p:txBody>
      </p:sp>
      <p:sp>
        <p:nvSpPr>
          <p:cNvPr id="2069" name="s2-single-task-final-output">
            <a:extLst xmlns:a="http://schemas.openxmlformats.org/drawingml/2006/main">
              <a:ext uri="{FF2B5EF4-FFF2-40B4-BE49-F238E27FC236}">
                <a16:creationId xmlns:a16="http://schemas.microsoft.com/office/drawing/2014/main" id="{72DD1269-C5E2-4A05-81FD-84095984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981700"/>
            <a:ext cx="529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0" name="s2-single-task-final-output-text">
            <a:extLst xmlns:a="http://schemas.openxmlformats.org/drawingml/2006/main">
              <a:ext uri="{FF2B5EF4-FFF2-40B4-BE49-F238E27FC236}">
                <a16:creationId xmlns:a16="http://schemas.microsoft.com/office/drawing/2014/main" id="{44AB885F-3836-4B61-A5C9-38AB9934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057900"/>
            <a:ext cx="499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[최종 산출물·운영 결과·요청 사항]</a:t>
            </a:r>
          </a:p>
        </p:txBody>
      </p:sp>
    </p:spTree>
    <p:extLst>
      <p:ext uri="{BB962C8B-B14F-4D97-AF65-F5344CB8AC3E}">
        <p14:creationId xmlns:p14="http://schemas.microsoft.com/office/powerpoint/2010/main" val="21061152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58" name="s3-outer-border">
            <a:extLst xmlns:a="http://schemas.openxmlformats.org/drawingml/2006/main">
              <a:ext uri="{FF2B5EF4-FFF2-40B4-BE49-F238E27FC236}">
                <a16:creationId xmlns:a16="http://schemas.microsoft.com/office/drawing/2014/main" id="{B5C5492E-A568-499D-A281-4F690176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12172950" cy="683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3002" name="s3-accent-left">
            <a:extLst xmlns:a="http://schemas.openxmlformats.org/drawingml/2006/main">
              <a:ext uri="{FF2B5EF4-FFF2-40B4-BE49-F238E27FC236}">
                <a16:creationId xmlns:a16="http://schemas.microsoft.com/office/drawing/2014/main" id="{C54136B3-BCEE-448C-9B11-E6EC9A8C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0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3" name="s3-slide-title">
            <a:extLst xmlns:a="http://schemas.openxmlformats.org/drawingml/2006/main">
              <a:ext uri="{FF2B5EF4-FFF2-40B4-BE49-F238E27FC236}">
                <a16:creationId xmlns:a16="http://schemas.microsoft.com/office/drawing/2014/main" id="{B84EA2AA-A98F-4ABE-B0B1-C1AB2F14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[과제 보고서 제목]</a:t>
            </a:r>
          </a:p>
        </p:txBody>
      </p:sp>
      <p:sp>
        <p:nvSpPr>
          <p:cNvPr id="3004" name="s3-title-rule">
            <a:extLst xmlns:a="http://schemas.openxmlformats.org/drawingml/2006/main">
              <a:ext uri="{FF2B5EF4-FFF2-40B4-BE49-F238E27FC236}">
                <a16:creationId xmlns:a16="http://schemas.microsoft.com/office/drawing/2014/main" id="{3463FDE8-C145-42F4-85DD-226B6B07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0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5" name="s3-footer-left">
            <a:extLst xmlns:a="http://schemas.openxmlformats.org/drawingml/2006/main">
              <a:ext uri="{FF2B5EF4-FFF2-40B4-BE49-F238E27FC236}">
                <a16:creationId xmlns:a16="http://schemas.microsoft.com/office/drawing/2014/main" id="{BE38CDC7-75E7-4FDF-B693-992A8684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COMPANY REPORT  •  INTERNAL</a:t>
            </a:r>
          </a:p>
        </p:txBody>
      </p:sp>
      <p:sp>
        <p:nvSpPr>
          <p:cNvPr id="3006" name="s3-footer-page">
            <a:extLst xmlns:a="http://schemas.openxmlformats.org/drawingml/2006/main">
              <a:ext uri="{FF2B5EF4-FFF2-40B4-BE49-F238E27FC236}">
                <a16:creationId xmlns:a16="http://schemas.microsoft.com/office/drawing/2014/main" id="{B0D70306-8255-43EB-B7E5-C04D8B58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03</a:t>
            </a:r>
          </a:p>
        </p:txBody>
      </p:sp>
      <p:sp>
        <p:nvSpPr>
          <p:cNvPr id="3007" name="s3-multi-task-summary-marker">
            <a:extLst xmlns:a="http://schemas.openxmlformats.org/drawingml/2006/main">
              <a:ext uri="{FF2B5EF4-FFF2-40B4-BE49-F238E27FC236}">
                <a16:creationId xmlns:a16="http://schemas.microsoft.com/office/drawing/2014/main" id="{EA4590B6-B78A-45E9-BFE9-ABD893B1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8" name="s3-multi-task-summary">
            <a:extLst xmlns:a="http://schemas.openxmlformats.org/drawingml/2006/main">
              <a:ext uri="{FF2B5EF4-FFF2-40B4-BE49-F238E27FC236}">
                <a16:creationId xmlns:a16="http://schemas.microsoft.com/office/drawing/2014/main" id="{3D7CCADB-145A-4699-BE46-418190C0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결론: 두 과제의 통합 추진 판단과 기대효과]</a:t>
            </a:r>
          </a:p>
        </p:txBody>
      </p:sp>
      <p:sp>
        <p:nvSpPr>
          <p:cNvPr id="3009" name="s3-multi-task-panel-shadow">
            <a:extLst xmlns:a="http://schemas.openxmlformats.org/drawingml/2006/main">
              <a:ext uri="{FF2B5EF4-FFF2-40B4-BE49-F238E27FC236}">
                <a16:creationId xmlns:a16="http://schemas.microsoft.com/office/drawing/2014/main" id="{BD3782FC-54BD-432F-A00E-F2735B93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62175"/>
            <a:ext cx="10972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0" name="s3-multi-task-panel">
            <a:extLst xmlns:a="http://schemas.openxmlformats.org/drawingml/2006/main">
              <a:ext uri="{FF2B5EF4-FFF2-40B4-BE49-F238E27FC236}">
                <a16:creationId xmlns:a16="http://schemas.microsoft.com/office/drawing/2014/main" id="{69487716-5D5F-4A73-9AD8-6F8F6044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9728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3011" name="s3-multi-task-tab-shadow">
            <a:extLst xmlns:a="http://schemas.openxmlformats.org/drawingml/2006/main">
              <a:ext uri="{FF2B5EF4-FFF2-40B4-BE49-F238E27FC236}">
                <a16:creationId xmlns:a16="http://schemas.microsoft.com/office/drawing/2014/main" id="{783E4125-20AC-42C1-A450-26D4A9C3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621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2" name="s3-multi-task-tab">
            <a:extLst xmlns:a="http://schemas.openxmlformats.org/drawingml/2006/main">
              <a:ext uri="{FF2B5EF4-FFF2-40B4-BE49-F238E27FC236}">
                <a16:creationId xmlns:a16="http://schemas.microsoft.com/office/drawing/2014/main" id="{D7166166-B9CE-4908-A8FE-D6AF488D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3" name="s3-multi-task-tab-text">
            <a:extLst xmlns:a="http://schemas.openxmlformats.org/drawingml/2006/main">
              <a:ext uri="{FF2B5EF4-FFF2-40B4-BE49-F238E27FC236}">
                <a16:creationId xmlns:a16="http://schemas.microsoft.com/office/drawing/2014/main" id="{B8F62D52-CD1A-4D61-851E-C136BFF3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097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과제별 개선 내용</a:t>
            </a:r>
          </a:p>
        </p:txBody>
      </p:sp>
      <p:sp>
        <p:nvSpPr>
          <p:cNvPr id="3014" name="s3-multi-task-a-header">
            <a:extLst xmlns:a="http://schemas.openxmlformats.org/drawingml/2006/main">
              <a:ext uri="{FF2B5EF4-FFF2-40B4-BE49-F238E27FC236}">
                <a16:creationId xmlns:a16="http://schemas.microsoft.com/office/drawing/2014/main" id="{3C2C4A4B-29D1-41DB-8DE8-395C8D75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5" name="s3-multi-task-a-task">
            <a:extLst xmlns:a="http://schemas.openxmlformats.org/drawingml/2006/main">
              <a:ext uri="{FF2B5EF4-FFF2-40B4-BE49-F238E27FC236}">
                <a16:creationId xmlns:a16="http://schemas.microsoft.com/office/drawing/2014/main" id="{6FE46CCE-89FA-4466-9AA8-F511F2BC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001EFF"/>
                </a:solidFill>
                <a:latin typeface="NanumBarunGothicOTF"/>
                <a:ea typeface="NanumBarunGothicOTF"/>
                <a:cs typeface="NanumBarunGothicOTF"/>
              </a:rPr>
              <a:t>[과제 A]</a:t>
            </a:r>
          </a:p>
        </p:txBody>
      </p:sp>
      <p:sp>
        <p:nvSpPr>
          <p:cNvPr id="3016" name="s3-multi-task-a-goal">
            <a:extLst xmlns:a="http://schemas.openxmlformats.org/drawingml/2006/main">
              <a:ext uri="{FF2B5EF4-FFF2-40B4-BE49-F238E27FC236}">
                <a16:creationId xmlns:a16="http://schemas.microsoft.com/office/drawing/2014/main" id="{CA7ECBCD-F0B8-43EB-B987-E3D95FC9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목표: [시점]</a:t>
            </a:r>
          </a:p>
        </p:txBody>
      </p:sp>
      <p:sp>
        <p:nvSpPr>
          <p:cNvPr id="3017" name="s3-multi-task-a-asis-label">
            <a:extLst xmlns:a="http://schemas.openxmlformats.org/drawingml/2006/main">
              <a:ext uri="{FF2B5EF4-FFF2-40B4-BE49-F238E27FC236}">
                <a16:creationId xmlns:a16="http://schemas.microsoft.com/office/drawing/2014/main" id="{CFF14943-A071-4B32-A255-6FAA4B2F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3365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AS-IS</a:t>
            </a:r>
          </a:p>
        </p:txBody>
      </p:sp>
      <p:sp>
        <p:nvSpPr>
          <p:cNvPr id="3018" name="s3-multi-task-a-asis-title">
            <a:extLst xmlns:a="http://schemas.openxmlformats.org/drawingml/2006/main">
              <a:ext uri="{FF2B5EF4-FFF2-40B4-BE49-F238E27FC236}">
                <a16:creationId xmlns:a16="http://schemas.microsoft.com/office/drawing/2014/main" id="{3F9B343C-7883-42FD-9F4A-C6FC6BF8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1940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[현재 방식]</a:t>
            </a:r>
          </a:p>
        </p:txBody>
      </p:sp>
      <p:sp>
        <p:nvSpPr>
          <p:cNvPr id="3019" name="s3-multi-task-a-asis-list">
            <a:extLst xmlns:a="http://schemas.openxmlformats.org/drawingml/2006/main">
              <a:ext uri="{FF2B5EF4-FFF2-40B4-BE49-F238E27FC236}">
                <a16:creationId xmlns:a16="http://schemas.microsoft.com/office/drawing/2014/main" id="{BDAC2329-10AB-4D3A-B0C0-C5822300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62300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[문제·제약 1]</a:t>
            </a:r>
          </a:p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[문제·제약 2]</a:t>
            </a:r>
          </a:p>
        </p:txBody>
      </p:sp>
      <p:sp>
        <p:nvSpPr>
          <p:cNvPr id="3020" name="s3-multi-task-a-arrow">
            <a:extLst xmlns:a="http://schemas.openxmlformats.org/drawingml/2006/main">
              <a:ext uri="{FF2B5EF4-FFF2-40B4-BE49-F238E27FC236}">
                <a16:creationId xmlns:a16="http://schemas.microsoft.com/office/drawing/2014/main" id="{AEC9D557-C2F2-46F9-9C2E-2BC7FF0B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895600"/>
            <a:ext cx="504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i="0">
                <a:solidFill>
                  <a:srgbClr val="B7B7B7"/>
                </a:solidFill>
                <a:latin typeface="NanumBarunGothicOTF"/>
                <a:ea typeface="NanumBarunGothicOTF"/>
                <a:cs typeface="NanumBarunGothicOTF"/>
              </a:rPr>
              <a:t>→</a:t>
            </a:r>
          </a:p>
        </p:txBody>
      </p:sp>
      <p:sp>
        <p:nvSpPr>
          <p:cNvPr id="3021" name="s3-multi-task-a-tobe-highlight">
            <a:extLst xmlns:a="http://schemas.openxmlformats.org/drawingml/2006/main">
              <a:ext uri="{FF2B5EF4-FFF2-40B4-BE49-F238E27FC236}">
                <a16:creationId xmlns:a16="http://schemas.microsoft.com/office/drawing/2014/main" id="{F86265C5-91F7-408B-9E65-078585B5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2412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2" name="s3-multi-task-a-tobe-label">
            <a:extLst xmlns:a="http://schemas.openxmlformats.org/drawingml/2006/main">
              <a:ext uri="{FF2B5EF4-FFF2-40B4-BE49-F238E27FC236}">
                <a16:creationId xmlns:a16="http://schemas.microsoft.com/office/drawing/2014/main" id="{9C6F7D88-2C7B-4A0A-8698-138095BA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431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TO-BE</a:t>
            </a:r>
          </a:p>
        </p:txBody>
      </p:sp>
      <p:sp>
        <p:nvSpPr>
          <p:cNvPr id="3023" name="s3-multi-task-a-tobe-title">
            <a:extLst xmlns:a="http://schemas.openxmlformats.org/drawingml/2006/main">
              <a:ext uri="{FF2B5EF4-FFF2-40B4-BE49-F238E27FC236}">
                <a16:creationId xmlns:a16="http://schemas.microsoft.com/office/drawing/2014/main" id="{66372167-26FD-445B-8DEC-4B32AA2E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194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[목표 방식]</a:t>
            </a:r>
          </a:p>
        </p:txBody>
      </p:sp>
      <p:sp>
        <p:nvSpPr>
          <p:cNvPr id="3024" name="s3-multi-task-a-tobe-list">
            <a:extLst xmlns:a="http://schemas.openxmlformats.org/drawingml/2006/main">
              <a:ext uri="{FF2B5EF4-FFF2-40B4-BE49-F238E27FC236}">
                <a16:creationId xmlns:a16="http://schemas.microsoft.com/office/drawing/2014/main" id="{67AD50CD-B643-4777-8DC7-66E7695A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623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변경 사항]</a:t>
            </a:r>
          </a:p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[운영·검증 기준]</a:t>
            </a:r>
          </a:p>
        </p:txBody>
      </p:sp>
      <p:sp>
        <p:nvSpPr>
          <p:cNvPr id="3025" name="s3-multi-task-a-effect">
            <a:extLst xmlns:a="http://schemas.openxmlformats.org/drawingml/2006/main">
              <a:ext uri="{FF2B5EF4-FFF2-40B4-BE49-F238E27FC236}">
                <a16:creationId xmlns:a16="http://schemas.microsoft.com/office/drawing/2014/main" id="{F2760746-8963-4779-8434-0F61D6D8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90800"/>
            <a:ext cx="2095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6" name="s3-multi-task-a-effect-label">
            <a:extLst xmlns:a="http://schemas.openxmlformats.org/drawingml/2006/main">
              <a:ext uri="{FF2B5EF4-FFF2-40B4-BE49-F238E27FC236}">
                <a16:creationId xmlns:a16="http://schemas.microsoft.com/office/drawing/2014/main" id="{1ADBF9C7-027C-4A27-B336-E283012F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432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E00012"/>
                </a:solidFill>
                <a:latin typeface="NanumBarunGothicOTF"/>
                <a:ea typeface="NanumBarunGothicOTF"/>
                <a:cs typeface="NanumBarunGothicOTF"/>
              </a:rPr>
              <a:t>핵심 효과</a:t>
            </a:r>
          </a:p>
        </p:txBody>
      </p:sp>
      <p:sp>
        <p:nvSpPr>
          <p:cNvPr id="3027" name="s3-multi-task-a-effect-text">
            <a:extLst xmlns:a="http://schemas.openxmlformats.org/drawingml/2006/main">
              <a:ext uri="{FF2B5EF4-FFF2-40B4-BE49-F238E27FC236}">
                <a16:creationId xmlns:a16="http://schemas.microsoft.com/office/drawing/2014/main" id="{4208E8E1-789C-44BE-BAC5-3BEB3D1C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289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[과제별 효과 또는 판단]</a:t>
            </a:r>
          </a:p>
        </p:txBody>
      </p:sp>
      <p:sp>
        <p:nvSpPr>
          <p:cNvPr id="3028" name="s3-multi-task-divider">
            <a:extLst xmlns:a="http://schemas.openxmlformats.org/drawingml/2006/main">
              <a:ext uri="{FF2B5EF4-FFF2-40B4-BE49-F238E27FC236}">
                <a16:creationId xmlns:a16="http://schemas.microsoft.com/office/drawing/2014/main" id="{88EB5A12-57B7-4BF0-81D8-46FC456B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B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9" name="s3-multi-task-b-header">
            <a:extLst xmlns:a="http://schemas.openxmlformats.org/drawingml/2006/main">
              <a:ext uri="{FF2B5EF4-FFF2-40B4-BE49-F238E27FC236}">
                <a16:creationId xmlns:a16="http://schemas.microsoft.com/office/drawing/2014/main" id="{70E4EC07-7015-4E65-ABC9-C5E0963D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0" name="s3-multi-task-b-task">
            <a:extLst xmlns:a="http://schemas.openxmlformats.org/drawingml/2006/main">
              <a:ext uri="{FF2B5EF4-FFF2-40B4-BE49-F238E27FC236}">
                <a16:creationId xmlns:a16="http://schemas.microsoft.com/office/drawing/2014/main" id="{F888B2E7-2148-41CD-8756-173DF74C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001EFF"/>
                </a:solidFill>
                <a:latin typeface="NanumBarunGothicOTF"/>
                <a:ea typeface="NanumBarunGothicOTF"/>
                <a:cs typeface="NanumBarunGothicOTF"/>
              </a:rPr>
              <a:t>[과제 B]</a:t>
            </a:r>
          </a:p>
        </p:txBody>
      </p:sp>
      <p:sp>
        <p:nvSpPr>
          <p:cNvPr id="3031" name="s3-multi-task-b-goal">
            <a:extLst xmlns:a="http://schemas.openxmlformats.org/drawingml/2006/main">
              <a:ext uri="{FF2B5EF4-FFF2-40B4-BE49-F238E27FC236}">
                <a16:creationId xmlns:a16="http://schemas.microsoft.com/office/drawing/2014/main" id="{09519543-9C5A-4A1D-85ED-9B7692F0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목표: [시점]</a:t>
            </a:r>
          </a:p>
        </p:txBody>
      </p:sp>
      <p:sp>
        <p:nvSpPr>
          <p:cNvPr id="3032" name="s3-multi-task-b-asis-label">
            <a:extLst xmlns:a="http://schemas.openxmlformats.org/drawingml/2006/main">
              <a:ext uri="{FF2B5EF4-FFF2-40B4-BE49-F238E27FC236}">
                <a16:creationId xmlns:a16="http://schemas.microsoft.com/office/drawing/2014/main" id="{79EC6A82-DA36-49CD-AE67-AEC29EA7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981450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AS-IS</a:t>
            </a:r>
          </a:p>
        </p:txBody>
      </p:sp>
      <p:sp>
        <p:nvSpPr>
          <p:cNvPr id="3033" name="s3-multi-task-b-asis-title">
            <a:extLst xmlns:a="http://schemas.openxmlformats.org/drawingml/2006/main">
              <a:ext uri="{FF2B5EF4-FFF2-40B4-BE49-F238E27FC236}">
                <a16:creationId xmlns:a16="http://schemas.microsoft.com/office/drawing/2014/main" id="{2859A67A-836A-48C2-9CFB-79C33AD4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6720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[현재 방식]</a:t>
            </a:r>
          </a:p>
        </p:txBody>
      </p:sp>
      <p:sp>
        <p:nvSpPr>
          <p:cNvPr id="3034" name="s3-multi-task-b-asis-list">
            <a:extLst xmlns:a="http://schemas.openxmlformats.org/drawingml/2006/main">
              <a:ext uri="{FF2B5EF4-FFF2-40B4-BE49-F238E27FC236}">
                <a16:creationId xmlns:a16="http://schemas.microsoft.com/office/drawing/2014/main" id="{20A77E6D-EF53-4584-8CC5-1D1C63FD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10100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[문제·제약 1]</a:t>
            </a:r>
          </a:p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[문제·제약 2]</a:t>
            </a:r>
          </a:p>
        </p:txBody>
      </p:sp>
      <p:sp>
        <p:nvSpPr>
          <p:cNvPr id="3035" name="s3-multi-task-b-arrow">
            <a:extLst xmlns:a="http://schemas.openxmlformats.org/drawingml/2006/main">
              <a:ext uri="{FF2B5EF4-FFF2-40B4-BE49-F238E27FC236}">
                <a16:creationId xmlns:a16="http://schemas.microsoft.com/office/drawing/2014/main" id="{56AB84ED-3FCB-4486-9475-27AD24D6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343400"/>
            <a:ext cx="504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 i="0">
                <a:solidFill>
                  <a:srgbClr val="B7B7B7"/>
                </a:solidFill>
                <a:latin typeface="NanumBarunGothicOTF"/>
                <a:ea typeface="NanumBarunGothicOTF"/>
                <a:cs typeface="NanumBarunGothicOTF"/>
              </a:rPr>
              <a:t>→</a:t>
            </a:r>
          </a:p>
        </p:txBody>
      </p:sp>
      <p:sp>
        <p:nvSpPr>
          <p:cNvPr id="3036" name="s3-multi-task-b-tobe-highlight">
            <a:extLst xmlns:a="http://schemas.openxmlformats.org/drawingml/2006/main">
              <a:ext uri="{FF2B5EF4-FFF2-40B4-BE49-F238E27FC236}">
                <a16:creationId xmlns:a16="http://schemas.microsoft.com/office/drawing/2014/main" id="{A312F9A2-F030-4870-8A3A-CF541F9B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7192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7" name="s3-multi-task-b-tobe-label">
            <a:extLst xmlns:a="http://schemas.openxmlformats.org/drawingml/2006/main">
              <a:ext uri="{FF2B5EF4-FFF2-40B4-BE49-F238E27FC236}">
                <a16:creationId xmlns:a16="http://schemas.microsoft.com/office/drawing/2014/main" id="{1F1181D2-AECF-41A7-808F-2A72B874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90975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TO-BE</a:t>
            </a:r>
          </a:p>
        </p:txBody>
      </p:sp>
      <p:sp>
        <p:nvSpPr>
          <p:cNvPr id="3038" name="s3-multi-task-b-tobe-title">
            <a:extLst xmlns:a="http://schemas.openxmlformats.org/drawingml/2006/main">
              <a:ext uri="{FF2B5EF4-FFF2-40B4-BE49-F238E27FC236}">
                <a16:creationId xmlns:a16="http://schemas.microsoft.com/office/drawing/2014/main" id="{7097AB61-24D6-4F8C-ADC0-B0144983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67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[목표 방식]</a:t>
            </a:r>
          </a:p>
        </p:txBody>
      </p:sp>
      <p:sp>
        <p:nvSpPr>
          <p:cNvPr id="3039" name="s3-multi-task-b-tobe-list">
            <a:extLst xmlns:a="http://schemas.openxmlformats.org/drawingml/2006/main">
              <a:ext uri="{FF2B5EF4-FFF2-40B4-BE49-F238E27FC236}">
                <a16:creationId xmlns:a16="http://schemas.microsoft.com/office/drawing/2014/main" id="{3BE1E8F4-7949-4309-BA36-58B145B3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1010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변경 사항]</a:t>
            </a:r>
          </a:p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[운영·검증 기준]</a:t>
            </a:r>
          </a:p>
        </p:txBody>
      </p:sp>
      <p:sp>
        <p:nvSpPr>
          <p:cNvPr id="3040" name="s3-multi-task-b-effect">
            <a:extLst xmlns:a="http://schemas.openxmlformats.org/drawingml/2006/main">
              <a:ext uri="{FF2B5EF4-FFF2-40B4-BE49-F238E27FC236}">
                <a16:creationId xmlns:a16="http://schemas.microsoft.com/office/drawing/2014/main" id="{5539B62B-A2BB-41D3-BFDD-09E042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38600"/>
            <a:ext cx="2095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1" name="s3-multi-task-b-effect-label">
            <a:extLst xmlns:a="http://schemas.openxmlformats.org/drawingml/2006/main">
              <a:ext uri="{FF2B5EF4-FFF2-40B4-BE49-F238E27FC236}">
                <a16:creationId xmlns:a16="http://schemas.microsoft.com/office/drawing/2014/main" id="{636E374F-BA4C-40F9-9582-96DE24B9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910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E00012"/>
                </a:solidFill>
                <a:latin typeface="NanumBarunGothicOTF"/>
                <a:ea typeface="NanumBarunGothicOTF"/>
                <a:cs typeface="NanumBarunGothicOTF"/>
              </a:rPr>
              <a:t>핵심 효과</a:t>
            </a:r>
          </a:p>
        </p:txBody>
      </p:sp>
      <p:sp>
        <p:nvSpPr>
          <p:cNvPr id="3042" name="s3-multi-task-b-effect-text">
            <a:extLst xmlns:a="http://schemas.openxmlformats.org/drawingml/2006/main">
              <a:ext uri="{FF2B5EF4-FFF2-40B4-BE49-F238E27FC236}">
                <a16:creationId xmlns:a16="http://schemas.microsoft.com/office/drawing/2014/main" id="{54705EEA-FA00-492C-AB69-20D6BDB4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4767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[과제별 효과 또는 판단]</a:t>
            </a:r>
          </a:p>
        </p:txBody>
      </p:sp>
      <p:sp>
        <p:nvSpPr>
          <p:cNvPr id="3043" name="s3-multi-task-roadmap-label">
            <a:extLst xmlns:a="http://schemas.openxmlformats.org/drawingml/2006/main">
              <a:ext uri="{FF2B5EF4-FFF2-40B4-BE49-F238E27FC236}">
                <a16:creationId xmlns:a16="http://schemas.microsoft.com/office/drawing/2014/main" id="{0EB3E053-A5B1-4DFC-BB4A-964A99BB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104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4" name="s3-multi-task-roadmap-label-text">
            <a:extLst xmlns:a="http://schemas.openxmlformats.org/drawingml/2006/main">
              <a:ext uri="{FF2B5EF4-FFF2-40B4-BE49-F238E27FC236}">
                <a16:creationId xmlns:a16="http://schemas.microsoft.com/office/drawing/2014/main" id="{838B71BE-F315-45DE-9551-DC9C9408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80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공통 추진</a:t>
            </a:r>
          </a:p>
        </p:txBody>
      </p:sp>
      <p:sp>
        <p:nvSpPr>
          <p:cNvPr id="3045" name="s3-multi-task-roadmap-track">
            <a:extLst xmlns:a="http://schemas.openxmlformats.org/drawingml/2006/main">
              <a:ext uri="{FF2B5EF4-FFF2-40B4-BE49-F238E27FC236}">
                <a16:creationId xmlns:a16="http://schemas.microsoft.com/office/drawing/2014/main" id="{32B123DC-BBAB-4ED9-A6B5-2CDC87AA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924550"/>
            <a:ext cx="802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6" name="s3-multi-task-roadmap-stage-1">
            <a:extLst xmlns:a="http://schemas.openxmlformats.org/drawingml/2006/main">
              <a:ext uri="{FF2B5EF4-FFF2-40B4-BE49-F238E27FC236}">
                <a16:creationId xmlns:a16="http://schemas.microsoft.com/office/drawing/2014/main" id="{B09CD3A1-B6B8-49A5-BA47-6B74342C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388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[단계 1]</a:t>
            </a:r>
          </a:p>
        </p:txBody>
      </p:sp>
      <p:sp>
        <p:nvSpPr>
          <p:cNvPr id="3047" name="s3-multi-task-roadmap-node-1">
            <a:extLst xmlns:a="http://schemas.openxmlformats.org/drawingml/2006/main">
              <a:ext uri="{FF2B5EF4-FFF2-40B4-BE49-F238E27FC236}">
                <a16:creationId xmlns:a16="http://schemas.microsoft.com/office/drawing/2014/main" id="{6CD514A7-949D-4E23-AEE6-C9E238B2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810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858585"/>
                </a:solidFill>
                <a:latin typeface="NanumBarunGothicOTF"/>
                <a:ea typeface="NanumBarunGothicOTF"/>
                <a:cs typeface="NanumBarunGothicOTF"/>
              </a:rPr>
              <a:t>●</a:t>
            </a:r>
          </a:p>
        </p:txBody>
      </p:sp>
      <p:sp>
        <p:nvSpPr>
          <p:cNvPr id="3048" name="s3-multi-task-roadmap-note-1">
            <a:extLst xmlns:a="http://schemas.openxmlformats.org/drawingml/2006/main">
              <a:ext uri="{FF2B5EF4-FFF2-40B4-BE49-F238E27FC236}">
                <a16:creationId xmlns:a16="http://schemas.microsoft.com/office/drawing/2014/main" id="{1F82A9BE-CC3C-4F96-842B-2F35CCEF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076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활동·조건]</a:t>
            </a:r>
          </a:p>
        </p:txBody>
      </p:sp>
      <p:sp>
        <p:nvSpPr>
          <p:cNvPr id="3049" name="s3-multi-task-roadmap-stage-2">
            <a:extLst xmlns:a="http://schemas.openxmlformats.org/drawingml/2006/main">
              <a:ext uri="{FF2B5EF4-FFF2-40B4-BE49-F238E27FC236}">
                <a16:creationId xmlns:a16="http://schemas.microsoft.com/office/drawing/2014/main" id="{1A1299B1-6B81-46C4-934E-CCCFFECE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56388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[단계 2]</a:t>
            </a:r>
          </a:p>
        </p:txBody>
      </p:sp>
      <p:sp>
        <p:nvSpPr>
          <p:cNvPr id="3050" name="s3-multi-task-roadmap-node-2">
            <a:extLst xmlns:a="http://schemas.openxmlformats.org/drawingml/2006/main">
              <a:ext uri="{FF2B5EF4-FFF2-40B4-BE49-F238E27FC236}">
                <a16:creationId xmlns:a16="http://schemas.microsoft.com/office/drawing/2014/main" id="{45838817-DB95-42B7-B5A2-970A2041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7950" y="5810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858585"/>
                </a:solidFill>
                <a:latin typeface="NanumBarunGothicOTF"/>
                <a:ea typeface="NanumBarunGothicOTF"/>
                <a:cs typeface="NanumBarunGothicOTF"/>
              </a:rPr>
              <a:t>●</a:t>
            </a:r>
          </a:p>
        </p:txBody>
      </p:sp>
      <p:sp>
        <p:nvSpPr>
          <p:cNvPr id="3051" name="s3-multi-task-roadmap-note-2">
            <a:extLst xmlns:a="http://schemas.openxmlformats.org/drawingml/2006/main">
              <a:ext uri="{FF2B5EF4-FFF2-40B4-BE49-F238E27FC236}">
                <a16:creationId xmlns:a16="http://schemas.microsoft.com/office/drawing/2014/main" id="{C21598D2-BE9A-41F3-8EC8-C9FD2897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6076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활동·조건]</a:t>
            </a:r>
          </a:p>
        </p:txBody>
      </p:sp>
      <p:sp>
        <p:nvSpPr>
          <p:cNvPr id="3052" name="s3-multi-task-roadmap-stage-3">
            <a:extLst xmlns:a="http://schemas.openxmlformats.org/drawingml/2006/main">
              <a:ext uri="{FF2B5EF4-FFF2-40B4-BE49-F238E27FC236}">
                <a16:creationId xmlns:a16="http://schemas.microsoft.com/office/drawing/2014/main" id="{FC2951FA-B7E5-43E4-8BF3-DAED7A34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450" y="56388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[단계 3]</a:t>
            </a:r>
          </a:p>
        </p:txBody>
      </p:sp>
      <p:sp>
        <p:nvSpPr>
          <p:cNvPr id="3053" name="s3-multi-task-roadmap-node-3">
            <a:extLst xmlns:a="http://schemas.openxmlformats.org/drawingml/2006/main">
              <a:ext uri="{FF2B5EF4-FFF2-40B4-BE49-F238E27FC236}">
                <a16:creationId xmlns:a16="http://schemas.microsoft.com/office/drawing/2014/main" id="{029861A7-DFF0-4ADD-8DB6-A930046F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1300" y="5810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858585"/>
                </a:solidFill>
                <a:latin typeface="NanumBarunGothicOTF"/>
                <a:ea typeface="NanumBarunGothicOTF"/>
                <a:cs typeface="NanumBarunGothicOTF"/>
              </a:rPr>
              <a:t>●</a:t>
            </a:r>
          </a:p>
        </p:txBody>
      </p:sp>
      <p:sp>
        <p:nvSpPr>
          <p:cNvPr id="3054" name="s3-multi-task-roadmap-note-3">
            <a:extLst xmlns:a="http://schemas.openxmlformats.org/drawingml/2006/main">
              <a:ext uri="{FF2B5EF4-FFF2-40B4-BE49-F238E27FC236}">
                <a16:creationId xmlns:a16="http://schemas.microsoft.com/office/drawing/2014/main" id="{B659BA27-53D7-4AB3-9C11-E56AA70F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6450" y="6076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활동·조건]</a:t>
            </a:r>
          </a:p>
        </p:txBody>
      </p:sp>
      <p:sp>
        <p:nvSpPr>
          <p:cNvPr id="3055" name="s3-multi-task-roadmap-stage-4">
            <a:extLst xmlns:a="http://schemas.openxmlformats.org/drawingml/2006/main">
              <a:ext uri="{FF2B5EF4-FFF2-40B4-BE49-F238E27FC236}">
                <a16:creationId xmlns:a16="http://schemas.microsoft.com/office/drawing/2014/main" id="{1BAA1DCF-34AD-4664-BDA3-69BDAC2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6388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[단계 4]</a:t>
            </a:r>
          </a:p>
        </p:txBody>
      </p:sp>
      <p:sp>
        <p:nvSpPr>
          <p:cNvPr id="3056" name="s3-multi-task-roadmap-node-4">
            <a:extLst xmlns:a="http://schemas.openxmlformats.org/drawingml/2006/main">
              <a:ext uri="{FF2B5EF4-FFF2-40B4-BE49-F238E27FC236}">
                <a16:creationId xmlns:a16="http://schemas.microsoft.com/office/drawing/2014/main" id="{B35CB36C-B298-4C11-A0B0-E6C0B11A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5810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 i="0">
                <a:solidFill>
                  <a:srgbClr val="052B68"/>
                </a:solidFill>
                <a:latin typeface="NanumBarunGothicOTF"/>
                <a:ea typeface="NanumBarunGothicOTF"/>
                <a:cs typeface="NanumBarunGothicOTF"/>
              </a:rPr>
              <a:t>●</a:t>
            </a:r>
          </a:p>
        </p:txBody>
      </p:sp>
      <p:sp>
        <p:nvSpPr>
          <p:cNvPr id="3057" name="s3-multi-task-roadmap-note-4">
            <a:extLst xmlns:a="http://schemas.openxmlformats.org/drawingml/2006/main">
              <a:ext uri="{FF2B5EF4-FFF2-40B4-BE49-F238E27FC236}">
                <a16:creationId xmlns:a16="http://schemas.microsoft.com/office/drawing/2014/main" id="{FEF0E7B7-D7B0-4C54-9DF9-D627C222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076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활동·조건]</a:t>
            </a:r>
          </a:p>
        </p:txBody>
      </p:sp>
    </p:spTree>
    <p:extLst>
      <p:ext uri="{BB962C8B-B14F-4D97-AF65-F5344CB8AC3E}">
        <p14:creationId xmlns:p14="http://schemas.microsoft.com/office/powerpoint/2010/main" val="21412701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35" name="s4-outer-border">
            <a:extLst xmlns:a="http://schemas.openxmlformats.org/drawingml/2006/main">
              <a:ext uri="{FF2B5EF4-FFF2-40B4-BE49-F238E27FC236}">
                <a16:creationId xmlns:a16="http://schemas.microsoft.com/office/drawing/2014/main" id="{536958BB-6EE0-4B5D-AE8E-358D459F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12172950" cy="683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4002" name="s4-accent-left">
            <a:extLst xmlns:a="http://schemas.openxmlformats.org/drawingml/2006/main">
              <a:ext uri="{FF2B5EF4-FFF2-40B4-BE49-F238E27FC236}">
                <a16:creationId xmlns:a16="http://schemas.microsoft.com/office/drawing/2014/main" id="{30714234-8BF7-42C2-A6B2-50FEEBB1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0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3" name="s4-slide-title">
            <a:extLst xmlns:a="http://schemas.openxmlformats.org/drawingml/2006/main">
              <a:ext uri="{FF2B5EF4-FFF2-40B4-BE49-F238E27FC236}">
                <a16:creationId xmlns:a16="http://schemas.microsoft.com/office/drawing/2014/main" id="{5E23B6F8-9EB3-4976-B358-7136DDE3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[보고서 제목]</a:t>
            </a:r>
          </a:p>
        </p:txBody>
      </p:sp>
      <p:sp>
        <p:nvSpPr>
          <p:cNvPr id="4004" name="s4-title-rule">
            <a:extLst xmlns:a="http://schemas.openxmlformats.org/drawingml/2006/main">
              <a:ext uri="{FF2B5EF4-FFF2-40B4-BE49-F238E27FC236}">
                <a16:creationId xmlns:a16="http://schemas.microsoft.com/office/drawing/2014/main" id="{768B6F15-F091-4903-B4FE-C3DB3853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0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5" name="s4-footer-left">
            <a:extLst xmlns:a="http://schemas.openxmlformats.org/drawingml/2006/main">
              <a:ext uri="{FF2B5EF4-FFF2-40B4-BE49-F238E27FC236}">
                <a16:creationId xmlns:a16="http://schemas.microsoft.com/office/drawing/2014/main" id="{CE12A535-83E4-4E9F-9F7E-6AC3E801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COMPANY REPORT  •  INTERNAL</a:t>
            </a:r>
          </a:p>
        </p:txBody>
      </p:sp>
      <p:sp>
        <p:nvSpPr>
          <p:cNvPr id="4006" name="s4-footer-page">
            <a:extLst xmlns:a="http://schemas.openxmlformats.org/drawingml/2006/main">
              <a:ext uri="{FF2B5EF4-FFF2-40B4-BE49-F238E27FC236}">
                <a16:creationId xmlns:a16="http://schemas.microsoft.com/office/drawing/2014/main" id="{A58F6C39-6641-4F68-B0E3-9A0C1A1E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04</a:t>
            </a:r>
          </a:p>
        </p:txBody>
      </p:sp>
      <p:sp>
        <p:nvSpPr>
          <p:cNvPr id="4007" name="s4-business-rail">
            <a:extLst xmlns:a="http://schemas.openxmlformats.org/drawingml/2006/main">
              <a:ext uri="{FF2B5EF4-FFF2-40B4-BE49-F238E27FC236}">
                <a16:creationId xmlns:a16="http://schemas.microsoft.com/office/drawing/2014/main" id="{3E2F69E7-C0F8-4802-89C8-9536ECD2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524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8" name="s4-business-rail-text">
            <a:extLst xmlns:a="http://schemas.openxmlformats.org/drawingml/2006/main">
              <a:ext uri="{FF2B5EF4-FFF2-40B4-BE49-F238E27FC236}">
                <a16:creationId xmlns:a16="http://schemas.microsoft.com/office/drawing/2014/main" id="{0C97EC1D-1DF5-4B45-B80A-E2505804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 i="0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[관점 1]</a:t>
            </a:r>
          </a:p>
        </p:txBody>
      </p:sp>
      <p:sp>
        <p:nvSpPr>
          <p:cNvPr id="4009" name="s4-structure-rail">
            <a:extLst xmlns:a="http://schemas.openxmlformats.org/drawingml/2006/main">
              <a:ext uri="{FF2B5EF4-FFF2-40B4-BE49-F238E27FC236}">
                <a16:creationId xmlns:a16="http://schemas.microsoft.com/office/drawing/2014/main" id="{97AF3963-A141-4AA5-81DF-AB48BC1B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524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0" name="s4-structure-rail-text">
            <a:extLst xmlns:a="http://schemas.openxmlformats.org/drawingml/2006/main">
              <a:ext uri="{FF2B5EF4-FFF2-40B4-BE49-F238E27FC236}">
                <a16:creationId xmlns:a16="http://schemas.microsoft.com/office/drawing/2014/main" id="{58D8627A-FC94-46E6-9D37-EE16B2DE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 i="0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[관점 2]</a:t>
            </a:r>
          </a:p>
        </p:txBody>
      </p:sp>
      <p:sp>
        <p:nvSpPr>
          <p:cNvPr id="4011" name="s4-goal-rail">
            <a:extLst xmlns:a="http://schemas.openxmlformats.org/drawingml/2006/main">
              <a:ext uri="{FF2B5EF4-FFF2-40B4-BE49-F238E27FC236}">
                <a16:creationId xmlns:a16="http://schemas.microsoft.com/office/drawing/2014/main" id="{51F142BD-59F9-4FEF-9B08-B214912B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524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2" name="s4-goal-rail-text">
            <a:extLst xmlns:a="http://schemas.openxmlformats.org/drawingml/2006/main">
              <a:ext uri="{FF2B5EF4-FFF2-40B4-BE49-F238E27FC236}">
                <a16:creationId xmlns:a16="http://schemas.microsoft.com/office/drawing/2014/main" id="{F4475A38-8945-418C-9730-53D8321C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목표</a:t>
            </a:r>
          </a:p>
        </p:txBody>
      </p:sp>
      <p:sp>
        <p:nvSpPr>
          <p:cNvPr id="4013" name="s4-scope-title">
            <a:extLst xmlns:a="http://schemas.openxmlformats.org/drawingml/2006/main">
              <a:ext uri="{FF2B5EF4-FFF2-40B4-BE49-F238E27FC236}">
                <a16:creationId xmlns:a16="http://schemas.microsoft.com/office/drawing/2014/main" id="{00CBAC0F-5D77-4CEE-A9AE-99265790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906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결론: 적용 범위와 최종 기대효과]</a:t>
            </a:r>
          </a:p>
        </p:txBody>
      </p:sp>
      <p:sp>
        <p:nvSpPr>
          <p:cNvPr id="4014" name="s4-scope-stage-1">
            <a:extLst xmlns:a="http://schemas.openxmlformats.org/drawingml/2006/main">
              <a:ext uri="{FF2B5EF4-FFF2-40B4-BE49-F238E27FC236}">
                <a16:creationId xmlns:a16="http://schemas.microsoft.com/office/drawing/2014/main" id="{0C2C6947-87D6-49DA-8060-9F936A74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28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[1단계] [범위·상태]</a:t>
            </a:r>
          </a:p>
        </p:txBody>
      </p:sp>
      <p:sp>
        <p:nvSpPr>
          <p:cNvPr id="4015" name="s4-scope-arrow-1">
            <a:extLst xmlns:a="http://schemas.openxmlformats.org/drawingml/2006/main">
              <a:ext uri="{FF2B5EF4-FFF2-40B4-BE49-F238E27FC236}">
                <a16:creationId xmlns:a16="http://schemas.microsoft.com/office/drawing/2014/main" id="{42B4E9CA-7E80-4AE5-84F5-C8C2C7A7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47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→</a:t>
            </a:r>
          </a:p>
        </p:txBody>
      </p:sp>
      <p:sp>
        <p:nvSpPr>
          <p:cNvPr id="4016" name="s4-scope-stage-2">
            <a:extLst xmlns:a="http://schemas.openxmlformats.org/drawingml/2006/main">
              <a:ext uri="{FF2B5EF4-FFF2-40B4-BE49-F238E27FC236}">
                <a16:creationId xmlns:a16="http://schemas.microsoft.com/office/drawing/2014/main" id="{42E40F5A-0467-4D2B-8D26-1B019D5C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28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[2단계] [범위·상태]</a:t>
            </a:r>
          </a:p>
        </p:txBody>
      </p:sp>
      <p:sp>
        <p:nvSpPr>
          <p:cNvPr id="4017" name="s4-scope-arrow-2">
            <a:extLst xmlns:a="http://schemas.openxmlformats.org/drawingml/2006/main">
              <a:ext uri="{FF2B5EF4-FFF2-40B4-BE49-F238E27FC236}">
                <a16:creationId xmlns:a16="http://schemas.microsoft.com/office/drawing/2014/main" id="{3ECD0491-EA10-4273-87DC-6045A5DA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47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→</a:t>
            </a:r>
          </a:p>
        </p:txBody>
      </p:sp>
      <p:sp>
        <p:nvSpPr>
          <p:cNvPr id="4018" name="s4-scope-stage-3">
            <a:extLst xmlns:a="http://schemas.openxmlformats.org/drawingml/2006/main">
              <a:ext uri="{FF2B5EF4-FFF2-40B4-BE49-F238E27FC236}">
                <a16:creationId xmlns:a16="http://schemas.microsoft.com/office/drawing/2014/main" id="{8C052C62-312C-439E-8468-8AD6CE17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28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[3단계] [범위·상태]</a:t>
            </a:r>
          </a:p>
        </p:txBody>
      </p:sp>
      <p:sp>
        <p:nvSpPr>
          <p:cNvPr id="4019" name="s4-scope-stage-box-1">
            <a:extLst xmlns:a="http://schemas.openxmlformats.org/drawingml/2006/main">
              <a:ext uri="{FF2B5EF4-FFF2-40B4-BE49-F238E27FC236}">
                <a16:creationId xmlns:a16="http://schemas.microsoft.com/office/drawing/2014/main" id="{48B89748-ACF0-4ADB-BFC8-EDDB27AE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717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4020" name="s4-scope-stage-box-2">
            <a:extLst xmlns:a="http://schemas.openxmlformats.org/drawingml/2006/main">
              <a:ext uri="{FF2B5EF4-FFF2-40B4-BE49-F238E27FC236}">
                <a16:creationId xmlns:a16="http://schemas.microsoft.com/office/drawing/2014/main" id="{627E9B59-8B58-4D63-B9E5-70350EE4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717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4021" name="s4-scope-stage-box-3">
            <a:extLst xmlns:a="http://schemas.openxmlformats.org/drawingml/2006/main">
              <a:ext uri="{FF2B5EF4-FFF2-40B4-BE49-F238E27FC236}">
                <a16:creationId xmlns:a16="http://schemas.microsoft.com/office/drawing/2014/main" id="{C33E2741-46D5-43E0-AFBE-1AAFC2FB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266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4022" name="s4-scope-stage-box-text-1">
            <a:extLst xmlns:a="http://schemas.openxmlformats.org/drawingml/2006/main">
              <a:ext uri="{FF2B5EF4-FFF2-40B4-BE49-F238E27FC236}">
                <a16:creationId xmlns:a16="http://schemas.microsoft.com/office/drawing/2014/main" id="{AE9139D3-1474-478F-BD74-F7FC7BF4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622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[대상·조건·핵심 활동]</a:t>
            </a:r>
          </a:p>
        </p:txBody>
      </p:sp>
      <p:sp>
        <p:nvSpPr>
          <p:cNvPr id="4023" name="s4-scope-stage-box-text-2">
            <a:extLst xmlns:a="http://schemas.openxmlformats.org/drawingml/2006/main">
              <a:ext uri="{FF2B5EF4-FFF2-40B4-BE49-F238E27FC236}">
                <a16:creationId xmlns:a16="http://schemas.microsoft.com/office/drawing/2014/main" id="{1B30B2A8-9D59-4F87-B2E0-9F3698E9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[대상·조건·핵심 활동]</a:t>
            </a:r>
          </a:p>
        </p:txBody>
      </p:sp>
      <p:sp>
        <p:nvSpPr>
          <p:cNvPr id="4024" name="s4-scope-stage-box-text-3">
            <a:extLst xmlns:a="http://schemas.openxmlformats.org/drawingml/2006/main">
              <a:ext uri="{FF2B5EF4-FFF2-40B4-BE49-F238E27FC236}">
                <a16:creationId xmlns:a16="http://schemas.microsoft.com/office/drawing/2014/main" id="{67773DBC-CD10-43DF-945F-7DEDB4E6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622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[대상·조건·핵심 활동]</a:t>
            </a:r>
          </a:p>
        </p:txBody>
      </p:sp>
      <p:sp>
        <p:nvSpPr>
          <p:cNvPr id="4025" name="s4-structure-item-1">
            <a:extLst xmlns:a="http://schemas.openxmlformats.org/drawingml/2006/main">
              <a:ext uri="{FF2B5EF4-FFF2-40B4-BE49-F238E27FC236}">
                <a16:creationId xmlns:a16="http://schemas.microsoft.com/office/drawing/2014/main" id="{1A19C1A4-6946-4E34-880F-9142ABB8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337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① [첫 번째 추진 방향 또는 효과]</a:t>
            </a:r>
          </a:p>
        </p:txBody>
      </p:sp>
      <p:sp>
        <p:nvSpPr>
          <p:cNvPr id="4026" name="s4-structure-desc-1">
            <a:extLst xmlns:a="http://schemas.openxmlformats.org/drawingml/2006/main">
              <a:ext uri="{FF2B5EF4-FFF2-40B4-BE49-F238E27FC236}">
                <a16:creationId xmlns:a16="http://schemas.microsoft.com/office/drawing/2014/main" id="{EF67BAC7-C92A-4ED8-B512-A516DFC1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33800"/>
            <a:ext cx="771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→ [핵심 설명과 판단 근거]</a:t>
            </a:r>
          </a:p>
        </p:txBody>
      </p:sp>
      <p:sp>
        <p:nvSpPr>
          <p:cNvPr id="4027" name="s4-structure-callout-1">
            <a:extLst xmlns:a="http://schemas.openxmlformats.org/drawingml/2006/main">
              <a:ext uri="{FF2B5EF4-FFF2-40B4-BE49-F238E27FC236}">
                <a16:creationId xmlns:a16="http://schemas.microsoft.com/office/drawing/2014/main" id="{25C34192-783F-4323-B79E-0B1B03D0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95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4028" name="s4-structure-callout-text-1">
            <a:extLst xmlns:a="http://schemas.openxmlformats.org/drawingml/2006/main">
              <a:ext uri="{FF2B5EF4-FFF2-40B4-BE49-F238E27FC236}">
                <a16:creationId xmlns:a16="http://schemas.microsoft.com/office/drawing/2014/main" id="{600B9529-781F-41DE-B4CB-786ED816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4815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[근거·사례·적용 예시]</a:t>
            </a:r>
          </a:p>
        </p:txBody>
      </p:sp>
      <p:sp>
        <p:nvSpPr>
          <p:cNvPr id="4029" name="s4-structure-item-2">
            <a:extLst xmlns:a="http://schemas.openxmlformats.org/drawingml/2006/main">
              <a:ext uri="{FF2B5EF4-FFF2-40B4-BE49-F238E27FC236}">
                <a16:creationId xmlns:a16="http://schemas.microsoft.com/office/drawing/2014/main" id="{65D65FB2-2C53-4846-8A48-F31AF479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337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② [두 번째 추진 방향 또는 효과]</a:t>
            </a:r>
          </a:p>
        </p:txBody>
      </p:sp>
      <p:sp>
        <p:nvSpPr>
          <p:cNvPr id="4030" name="s4-structure-desc-2">
            <a:extLst xmlns:a="http://schemas.openxmlformats.org/drawingml/2006/main">
              <a:ext uri="{FF2B5EF4-FFF2-40B4-BE49-F238E27FC236}">
                <a16:creationId xmlns:a16="http://schemas.microsoft.com/office/drawing/2014/main" id="{50478E47-8A49-491E-9C25-691D3534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338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→ [핵심 설명과 판단 근거]</a:t>
            </a:r>
          </a:p>
        </p:txBody>
      </p:sp>
      <p:sp>
        <p:nvSpPr>
          <p:cNvPr id="4031" name="s4-structure-callout-2">
            <a:extLst xmlns:a="http://schemas.openxmlformats.org/drawingml/2006/main">
              <a:ext uri="{FF2B5EF4-FFF2-40B4-BE49-F238E27FC236}">
                <a16:creationId xmlns:a16="http://schemas.microsoft.com/office/drawing/2014/main" id="{3B01D3BF-2967-4E00-99D2-6108F6C4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48150"/>
            <a:ext cx="390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4032" name="s4-structure-callout-text-2">
            <a:extLst xmlns:a="http://schemas.openxmlformats.org/drawingml/2006/main">
              <a:ext uri="{FF2B5EF4-FFF2-40B4-BE49-F238E27FC236}">
                <a16:creationId xmlns:a16="http://schemas.microsoft.com/office/drawing/2014/main" id="{ED75AC63-F9A0-4B90-B9CB-F0FECA60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00550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[근거·사례·적용 예시]</a:t>
            </a:r>
          </a:p>
        </p:txBody>
      </p:sp>
      <p:sp>
        <p:nvSpPr>
          <p:cNvPr id="4033" name="s4-goal-bar">
            <a:extLst xmlns:a="http://schemas.openxmlformats.org/drawingml/2006/main">
              <a:ext uri="{FF2B5EF4-FFF2-40B4-BE49-F238E27FC236}">
                <a16:creationId xmlns:a16="http://schemas.microsoft.com/office/drawing/2014/main" id="{F9B773BC-9E49-41F8-8B72-2469E8F9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34000"/>
            <a:ext cx="923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08080"/>
            </a:solidFill>
            <a:prstDash val="solid"/>
          </a:ln>
        </p:spPr>
      </p:sp>
      <p:sp>
        <p:nvSpPr>
          <p:cNvPr id="4034" name="s4-goal-text">
            <a:extLst xmlns:a="http://schemas.openxmlformats.org/drawingml/2006/main">
              <a:ext uri="{FF2B5EF4-FFF2-40B4-BE49-F238E27FC236}">
                <a16:creationId xmlns:a16="http://schemas.microsoft.com/office/drawing/2014/main" id="{3131F138-8A0C-48A1-B2D3-0E9FDC9C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619750"/>
            <a:ext cx="874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[공통 기반 또는 중간 목표] → </a:t>
            </a:r>
            <a:r>
              <a:rPr sz="1700" b="1" i="0">
                <a:solidFill>
                  <a:srgbClr val="E00012"/>
                </a:solidFill>
                <a:latin typeface="NanumBarunGothicOTF"/>
                <a:ea typeface="NanumBarunGothicOTF"/>
                <a:cs typeface="NanumBarunGothicOTF"/>
              </a:rPr>
              <a:t>[최종 기대효과]</a:t>
            </a:r>
          </a:p>
        </p:txBody>
      </p:sp>
    </p:spTree>
    <p:extLst>
      <p:ext uri="{BB962C8B-B14F-4D97-AF65-F5344CB8AC3E}">
        <p14:creationId xmlns:p14="http://schemas.microsoft.com/office/powerpoint/2010/main" val="6953042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31" name="s5-outer-border">
            <a:extLst xmlns:a="http://schemas.openxmlformats.org/drawingml/2006/main">
              <a:ext uri="{FF2B5EF4-FFF2-40B4-BE49-F238E27FC236}">
                <a16:creationId xmlns:a16="http://schemas.microsoft.com/office/drawing/2014/main" id="{A5C7DAD4-09CB-459C-B768-1692162A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12172950" cy="683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5002" name="s5-accent-left">
            <a:extLst xmlns:a="http://schemas.openxmlformats.org/drawingml/2006/main">
              <a:ext uri="{FF2B5EF4-FFF2-40B4-BE49-F238E27FC236}">
                <a16:creationId xmlns:a16="http://schemas.microsoft.com/office/drawing/2014/main" id="{62CBE569-A765-4343-AE99-68F31A7A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0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3" name="s5-slide-title">
            <a:extLst xmlns:a="http://schemas.openxmlformats.org/drawingml/2006/main">
              <a:ext uri="{FF2B5EF4-FFF2-40B4-BE49-F238E27FC236}">
                <a16:creationId xmlns:a16="http://schemas.microsoft.com/office/drawing/2014/main" id="{CE72FBD1-3AEB-4464-8582-969A06F6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[보고서 제목]</a:t>
            </a:r>
          </a:p>
        </p:txBody>
      </p:sp>
      <p:sp>
        <p:nvSpPr>
          <p:cNvPr id="5004" name="s5-title-rule">
            <a:extLst xmlns:a="http://schemas.openxmlformats.org/drawingml/2006/main">
              <a:ext uri="{FF2B5EF4-FFF2-40B4-BE49-F238E27FC236}">
                <a16:creationId xmlns:a16="http://schemas.microsoft.com/office/drawing/2014/main" id="{C010BA11-828C-4A23-A386-EF0121D5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0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5" name="s5-footer-left">
            <a:extLst xmlns:a="http://schemas.openxmlformats.org/drawingml/2006/main">
              <a:ext uri="{FF2B5EF4-FFF2-40B4-BE49-F238E27FC236}">
                <a16:creationId xmlns:a16="http://schemas.microsoft.com/office/drawing/2014/main" id="{843F6642-FE8D-492B-AAFF-D2C44B92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COMPANY REPORT  •  INTERNAL</a:t>
            </a:r>
          </a:p>
        </p:txBody>
      </p:sp>
      <p:sp>
        <p:nvSpPr>
          <p:cNvPr id="5006" name="s5-footer-page">
            <a:extLst xmlns:a="http://schemas.openxmlformats.org/drawingml/2006/main">
              <a:ext uri="{FF2B5EF4-FFF2-40B4-BE49-F238E27FC236}">
                <a16:creationId xmlns:a16="http://schemas.microsoft.com/office/drawing/2014/main" id="{A6DBE55B-99E0-463E-826B-FCDE58D6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05</a:t>
            </a:r>
          </a:p>
        </p:txBody>
      </p:sp>
      <p:sp>
        <p:nvSpPr>
          <p:cNvPr id="5007" name="s5-topic-marker">
            <a:extLst xmlns:a="http://schemas.openxmlformats.org/drawingml/2006/main">
              <a:ext uri="{FF2B5EF4-FFF2-40B4-BE49-F238E27FC236}">
                <a16:creationId xmlns:a16="http://schemas.microsoft.com/office/drawing/2014/main" id="{2151FE6C-82C3-4DD4-AB3D-A9246F09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08" name="s5-topic-context">
            <a:extLst xmlns:a="http://schemas.openxmlformats.org/drawingml/2006/main">
              <a:ext uri="{FF2B5EF4-FFF2-40B4-BE49-F238E27FC236}">
                <a16:creationId xmlns:a16="http://schemas.microsoft.com/office/drawing/2014/main" id="{84E9678D-6ED6-4840-B9CB-F34DD5D6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결론: 두 내용을 종합한 판단 또는 다음 조치]</a:t>
            </a:r>
          </a:p>
        </p:txBody>
      </p:sp>
      <p:sp>
        <p:nvSpPr>
          <p:cNvPr id="5009" name="s5-topic-a-panel-shadow">
            <a:extLst xmlns:a="http://schemas.openxmlformats.org/drawingml/2006/main">
              <a:ext uri="{FF2B5EF4-FFF2-40B4-BE49-F238E27FC236}">
                <a16:creationId xmlns:a16="http://schemas.microsoft.com/office/drawing/2014/main" id="{0A9D64CB-E5A5-4D4E-B3A0-4D533C95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200275"/>
            <a:ext cx="52578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0" name="s5-topic-a-panel">
            <a:extLst xmlns:a="http://schemas.openxmlformats.org/drawingml/2006/main">
              <a:ext uri="{FF2B5EF4-FFF2-40B4-BE49-F238E27FC236}">
                <a16:creationId xmlns:a16="http://schemas.microsoft.com/office/drawing/2014/main" id="{7CDCB59C-98E2-4AC4-A927-4328C7ED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2578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5011" name="s5-topic-a-tab-shadow">
            <a:extLst xmlns:a="http://schemas.openxmlformats.org/drawingml/2006/main">
              <a:ext uri="{FF2B5EF4-FFF2-40B4-BE49-F238E27FC236}">
                <a16:creationId xmlns:a16="http://schemas.microsoft.com/office/drawing/2014/main" id="{34D31F8D-7A7D-4867-B4B7-59A57504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2" name="s5-topic-a-tab">
            <a:extLst xmlns:a="http://schemas.openxmlformats.org/drawingml/2006/main">
              <a:ext uri="{FF2B5EF4-FFF2-40B4-BE49-F238E27FC236}">
                <a16:creationId xmlns:a16="http://schemas.microsoft.com/office/drawing/2014/main" id="{69E97718-7849-4A99-9376-B304CAFC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3" name="s5-topic-a-tab-text">
            <a:extLst xmlns:a="http://schemas.openxmlformats.org/drawingml/2006/main">
              <a:ext uri="{FF2B5EF4-FFF2-40B4-BE49-F238E27FC236}">
                <a16:creationId xmlns:a16="http://schemas.microsoft.com/office/drawing/2014/main" id="{23415276-6B21-47F2-B27B-ABE03880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47875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핵심 내용 A</a:t>
            </a:r>
          </a:p>
        </p:txBody>
      </p:sp>
      <p:sp>
        <p:nvSpPr>
          <p:cNvPr id="5014" name="s5-topic-a-title">
            <a:extLst xmlns:a="http://schemas.openxmlformats.org/drawingml/2006/main">
              <a:ext uri="{FF2B5EF4-FFF2-40B4-BE49-F238E27FC236}">
                <a16:creationId xmlns:a16="http://schemas.microsoft.com/office/drawing/2014/main" id="{1268519F-02D5-40AE-AFCF-1E14ABC5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1. [첫 번째 핵심 내용]</a:t>
            </a:r>
          </a:p>
        </p:txBody>
      </p:sp>
      <p:sp>
        <p:nvSpPr>
          <p:cNvPr id="5015" name="s5-topic-a-list">
            <a:extLst xmlns:a="http://schemas.openxmlformats.org/drawingml/2006/main">
              <a:ext uri="{FF2B5EF4-FFF2-40B4-BE49-F238E27FC236}">
                <a16:creationId xmlns:a16="http://schemas.microsoft.com/office/drawing/2014/main" id="{81144CBB-48F4-4D89-98ED-F8308F49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2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사실 또는 변화]</a:t>
            </a:r>
          </a:p>
          <a:p xmlns:a="http://schemas.openxmlformats.org/drawingml/2006/main">
            <a:pPr marL="34" indent="-12" algn="l">
              <a:spcAft>
                <a:spcPts val="2"/>
              </a:spcAft>
              <a:buChar char="–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[수치·사례·판단 근거]</a:t>
            </a:r>
          </a:p>
          <a:p xmlns:a="http://schemas.openxmlformats.org/drawingml/2006/main">
            <a:pPr marL="34" indent="-12" algn="l">
              <a:spcAft>
                <a:spcPts val="2"/>
              </a:spcAft>
              <a:buChar char="–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[영향 대상과 변화]</a:t>
            </a:r>
          </a:p>
        </p:txBody>
      </p:sp>
      <p:sp>
        <p:nvSpPr>
          <p:cNvPr id="5016" name="s5-topic-a-summary">
            <a:extLst xmlns:a="http://schemas.openxmlformats.org/drawingml/2006/main">
              <a:ext uri="{FF2B5EF4-FFF2-40B4-BE49-F238E27FC236}">
                <a16:creationId xmlns:a16="http://schemas.microsoft.com/office/drawing/2014/main" id="{CCDD6072-4D42-4FC9-A96A-F15374F3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4419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17" name="s5-topic-a-summary-label">
            <a:extLst xmlns:a="http://schemas.openxmlformats.org/drawingml/2006/main">
              <a:ext uri="{FF2B5EF4-FFF2-40B4-BE49-F238E27FC236}">
                <a16:creationId xmlns:a16="http://schemas.microsoft.com/office/drawing/2014/main" id="{9A683540-27C8-4D24-A99F-50BA2535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005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E00012"/>
                </a:solidFill>
                <a:latin typeface="NanumBarunGothicOTF"/>
                <a:ea typeface="NanumBarunGothicOTF"/>
                <a:cs typeface="NanumBarunGothicOTF"/>
              </a:rPr>
              <a:t>한 줄 정리</a:t>
            </a:r>
          </a:p>
        </p:txBody>
      </p:sp>
      <p:sp>
        <p:nvSpPr>
          <p:cNvPr id="5018" name="s5-topic-a-summary-text">
            <a:extLst xmlns:a="http://schemas.openxmlformats.org/drawingml/2006/main">
              <a:ext uri="{FF2B5EF4-FFF2-40B4-BE49-F238E27FC236}">
                <a16:creationId xmlns:a16="http://schemas.microsoft.com/office/drawing/2014/main" id="{2E5896D4-21A3-44DD-AA62-52C5980C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[첫 번째 내용이 의미하는 핵심 시사점]</a:t>
            </a:r>
          </a:p>
        </p:txBody>
      </p:sp>
      <p:sp>
        <p:nvSpPr>
          <p:cNvPr id="5019" name="s5-topic-b-panel-shadow">
            <a:extLst xmlns:a="http://schemas.openxmlformats.org/drawingml/2006/main">
              <a:ext uri="{FF2B5EF4-FFF2-40B4-BE49-F238E27FC236}">
                <a16:creationId xmlns:a16="http://schemas.microsoft.com/office/drawing/2014/main" id="{77DF1BEA-1DB4-4659-BA61-26B701C5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00275"/>
            <a:ext cx="54864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0" name="s5-topic-b-panel">
            <a:extLst xmlns:a="http://schemas.openxmlformats.org/drawingml/2006/main">
              <a:ext uri="{FF2B5EF4-FFF2-40B4-BE49-F238E27FC236}">
                <a16:creationId xmlns:a16="http://schemas.microsoft.com/office/drawing/2014/main" id="{E63F1968-838A-415C-ACB7-39972CE8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54864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5021" name="s5-topic-b-tab-shadow">
            <a:extLst xmlns:a="http://schemas.openxmlformats.org/drawingml/2006/main">
              <a:ext uri="{FF2B5EF4-FFF2-40B4-BE49-F238E27FC236}">
                <a16:creationId xmlns:a16="http://schemas.microsoft.com/office/drawing/2014/main" id="{E8910883-8196-4842-A5E9-F94F171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2" name="s5-topic-b-tab">
            <a:extLst xmlns:a="http://schemas.openxmlformats.org/drawingml/2006/main">
              <a:ext uri="{FF2B5EF4-FFF2-40B4-BE49-F238E27FC236}">
                <a16:creationId xmlns:a16="http://schemas.microsoft.com/office/drawing/2014/main" id="{7C629BA3-32B8-484D-9B30-142BDAEA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621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2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3" name="s5-topic-b-tab-text">
            <a:extLst xmlns:a="http://schemas.openxmlformats.org/drawingml/2006/main">
              <a:ext uri="{FF2B5EF4-FFF2-40B4-BE49-F238E27FC236}">
                <a16:creationId xmlns:a16="http://schemas.microsoft.com/office/drawing/2014/main" id="{D8F0D612-182C-4756-BDFA-D905E37D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47875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FFFFFF"/>
                </a:solidFill>
                <a:latin typeface="NanumBarunGothicOTF"/>
                <a:ea typeface="NanumBarunGothicOTF"/>
                <a:cs typeface="NanumBarunGothicOTF"/>
              </a:rPr>
              <a:t>핵심 내용 B</a:t>
            </a:r>
          </a:p>
        </p:txBody>
      </p:sp>
      <p:sp>
        <p:nvSpPr>
          <p:cNvPr id="5024" name="s5-topic-b-title">
            <a:extLst xmlns:a="http://schemas.openxmlformats.org/drawingml/2006/main">
              <a:ext uri="{FF2B5EF4-FFF2-40B4-BE49-F238E27FC236}">
                <a16:creationId xmlns:a16="http://schemas.microsoft.com/office/drawing/2014/main" id="{521739AB-2F08-4EF0-A887-6BB168E1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09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2. [두 번째 핵심 내용]</a:t>
            </a:r>
          </a:p>
        </p:txBody>
      </p:sp>
      <p:sp>
        <p:nvSpPr>
          <p:cNvPr id="5025" name="s5-topic-b-list">
            <a:extLst xmlns:a="http://schemas.openxmlformats.org/drawingml/2006/main">
              <a:ext uri="{FF2B5EF4-FFF2-40B4-BE49-F238E27FC236}">
                <a16:creationId xmlns:a16="http://schemas.microsoft.com/office/drawing/2014/main" id="{BA9346EE-1C6F-46DE-A22E-90D95FF9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18" indent="-12" algn="l">
              <a:spcAft>
                <a:spcPts val="4"/>
              </a:spcAft>
              <a:buChar char="•"/>
            </a:pPr>
            <a:r>
              <a:rPr sz="12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[핵심 사실 또는 변화]</a:t>
            </a:r>
          </a:p>
          <a:p xmlns:a="http://schemas.openxmlformats.org/drawingml/2006/main">
            <a:pPr marL="34" indent="-12" algn="l">
              <a:spcAft>
                <a:spcPts val="2"/>
              </a:spcAft>
              <a:buChar char="–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[수치·사례·판단 근거]</a:t>
            </a:r>
          </a:p>
          <a:p xmlns:a="http://schemas.openxmlformats.org/drawingml/2006/main">
            <a:pPr marL="34" indent="-12" algn="l">
              <a:spcAft>
                <a:spcPts val="2"/>
              </a:spcAft>
              <a:buChar char="–"/>
            </a:pPr>
            <a:r>
              <a:rPr sz="1000" b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[영향 대상과 변화]</a:t>
            </a:r>
          </a:p>
        </p:txBody>
      </p:sp>
      <p:sp>
        <p:nvSpPr>
          <p:cNvPr id="5026" name="s5-topic-b-summary">
            <a:extLst xmlns:a="http://schemas.openxmlformats.org/drawingml/2006/main">
              <a:ext uri="{FF2B5EF4-FFF2-40B4-BE49-F238E27FC236}">
                <a16:creationId xmlns:a16="http://schemas.microsoft.com/office/drawing/2014/main" id="{FF48BC4D-22A6-4E01-966D-A08508DC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476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27" name="s5-topic-b-summary-label">
            <a:extLst xmlns:a="http://schemas.openxmlformats.org/drawingml/2006/main">
              <a:ext uri="{FF2B5EF4-FFF2-40B4-BE49-F238E27FC236}">
                <a16:creationId xmlns:a16="http://schemas.microsoft.com/office/drawing/2014/main" id="{90CF0C57-2E10-470C-9165-2FCCE609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00550"/>
            <a:ext cx="434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E00012"/>
                </a:solidFill>
                <a:latin typeface="NanumBarunGothicOTF"/>
                <a:ea typeface="NanumBarunGothicOTF"/>
                <a:cs typeface="NanumBarunGothicOTF"/>
              </a:rPr>
              <a:t>한 줄 정리</a:t>
            </a:r>
          </a:p>
        </p:txBody>
      </p:sp>
      <p:sp>
        <p:nvSpPr>
          <p:cNvPr id="5028" name="s5-topic-b-summary-text">
            <a:extLst xmlns:a="http://schemas.openxmlformats.org/drawingml/2006/main">
              <a:ext uri="{FF2B5EF4-FFF2-40B4-BE49-F238E27FC236}">
                <a16:creationId xmlns:a16="http://schemas.microsoft.com/office/drawing/2014/main" id="{B8B6616F-A8A0-4140-BD04-B5C17012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8630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[두 번째 내용이 의미하는 핵심 시사점]</a:t>
            </a:r>
          </a:p>
        </p:txBody>
      </p:sp>
      <p:sp>
        <p:nvSpPr>
          <p:cNvPr id="5029" name="s5-synthesis-bar">
            <a:extLst xmlns:a="http://schemas.openxmlformats.org/drawingml/2006/main">
              <a:ext uri="{FF2B5EF4-FFF2-40B4-BE49-F238E27FC236}">
                <a16:creationId xmlns:a16="http://schemas.microsoft.com/office/drawing/2014/main" id="{39D56616-4BB7-431B-A4FD-4ACC6372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72150"/>
            <a:ext cx="1028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30" name="s5-synthesis-text">
            <a:extLst xmlns:a="http://schemas.openxmlformats.org/drawingml/2006/main">
              <a:ext uri="{FF2B5EF4-FFF2-40B4-BE49-F238E27FC236}">
                <a16:creationId xmlns:a16="http://schemas.microsoft.com/office/drawing/2014/main" id="{5756726F-CDB6-4607-9C25-2FBC8025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924550"/>
            <a:ext cx="982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종합 정리  |  </a:t>
            </a:r>
            <a:r>
              <a:rPr sz="1400" b="1" i="0">
                <a:solidFill>
                  <a:srgbClr val="E00012"/>
                </a:solidFill>
                <a:latin typeface="NanumBarunGothicOTF"/>
                <a:ea typeface="NanumBarunGothicOTF"/>
                <a:cs typeface="NanumBarunGothicOTF"/>
              </a:rPr>
              <a:t>[두 내용을 함께 봤을 때의 결론 또는 다음 조치]</a:t>
            </a:r>
          </a:p>
        </p:txBody>
      </p:sp>
    </p:spTree>
    <p:extLst>
      <p:ext uri="{BB962C8B-B14F-4D97-AF65-F5344CB8AC3E}">
        <p14:creationId xmlns:p14="http://schemas.microsoft.com/office/powerpoint/2010/main" val="7137512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62" name="s6-outer-border">
            <a:extLst xmlns:a="http://schemas.openxmlformats.org/drawingml/2006/main">
              <a:ext uri="{FF2B5EF4-FFF2-40B4-BE49-F238E27FC236}">
                <a16:creationId xmlns:a16="http://schemas.microsoft.com/office/drawing/2014/main" id="{E14F0A77-BDA3-44AB-9DAA-B4DBEFD1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12172950" cy="683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1E1"/>
            </a:solidFill>
            <a:prstDash val="solid"/>
          </a:ln>
        </p:spPr>
      </p:sp>
      <p:sp>
        <p:nvSpPr>
          <p:cNvPr id="6002" name="s6-accent-left">
            <a:extLst xmlns:a="http://schemas.openxmlformats.org/drawingml/2006/main">
              <a:ext uri="{FF2B5EF4-FFF2-40B4-BE49-F238E27FC236}">
                <a16:creationId xmlns:a16="http://schemas.microsoft.com/office/drawing/2014/main" id="{8705B4D6-245D-4A62-8CFE-58E67D77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0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3" name="s6-slide-title">
            <a:extLst xmlns:a="http://schemas.openxmlformats.org/drawingml/2006/main">
              <a:ext uri="{FF2B5EF4-FFF2-40B4-BE49-F238E27FC236}">
                <a16:creationId xmlns:a16="http://schemas.microsoft.com/office/drawing/2014/main" id="{074E77EC-C108-4E52-9B3B-AC1BAFD3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[보고서 제목 - 백데이터]</a:t>
            </a:r>
          </a:p>
        </p:txBody>
      </p:sp>
      <p:sp>
        <p:nvSpPr>
          <p:cNvPr id="6004" name="s6-title-rule">
            <a:extLst xmlns:a="http://schemas.openxmlformats.org/drawingml/2006/main">
              <a:ext uri="{FF2B5EF4-FFF2-40B4-BE49-F238E27FC236}">
                <a16:creationId xmlns:a16="http://schemas.microsoft.com/office/drawing/2014/main" id="{0EE603C6-C613-4608-9938-D3087D12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00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05" name="s6-slide-subtitle">
            <a:extLst xmlns:a="http://schemas.openxmlformats.org/drawingml/2006/main">
              <a:ext uri="{FF2B5EF4-FFF2-40B4-BE49-F238E27FC236}">
                <a16:creationId xmlns:a16="http://schemas.microsoft.com/office/drawing/2014/main" id="{7903A7CA-4331-4190-818F-02611184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[자료 범위·기준일·단위]</a:t>
            </a:r>
          </a:p>
        </p:txBody>
      </p:sp>
      <p:sp>
        <p:nvSpPr>
          <p:cNvPr id="6006" name="s6-footer-left">
            <a:extLst xmlns:a="http://schemas.openxmlformats.org/drawingml/2006/main">
              <a:ext uri="{FF2B5EF4-FFF2-40B4-BE49-F238E27FC236}">
                <a16:creationId xmlns:a16="http://schemas.microsoft.com/office/drawing/2014/main" id="{46BC9AD0-4411-4ADD-86F6-8D1C1153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COMPANY REPORT  •  INTERNAL</a:t>
            </a:r>
          </a:p>
        </p:txBody>
      </p:sp>
      <p:sp>
        <p:nvSpPr>
          <p:cNvPr id="6007" name="s6-footer-page">
            <a:extLst xmlns:a="http://schemas.openxmlformats.org/drawingml/2006/main">
              <a:ext uri="{FF2B5EF4-FFF2-40B4-BE49-F238E27FC236}">
                <a16:creationId xmlns:a16="http://schemas.microsoft.com/office/drawing/2014/main" id="{76BC19B5-9F41-4944-BF03-51BA1B8C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06</a:t>
            </a:r>
          </a:p>
        </p:txBody>
      </p:sp>
      <p:sp>
        <p:nvSpPr>
          <p:cNvPr id="6008" name="s6-backdata-summary">
            <a:extLst xmlns:a="http://schemas.openxmlformats.org/drawingml/2006/main">
              <a:ext uri="{FF2B5EF4-FFF2-40B4-BE49-F238E27FC236}">
                <a16:creationId xmlns:a16="http://schemas.microsoft.com/office/drawing/2014/main" id="{31EA74FD-9362-477B-A301-7493A746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■ [핵심 결론: 이 표가 검증하는 판단 또는 해석]</a:t>
            </a:r>
          </a:p>
        </p:txBody>
      </p:sp>
      <p:sp>
        <p:nvSpPr>
          <p:cNvPr id="6009" name="s6-backdata-table-header-1">
            <a:extLst xmlns:a="http://schemas.openxmlformats.org/drawingml/2006/main">
              <a:ext uri="{FF2B5EF4-FFF2-40B4-BE49-F238E27FC236}">
                <a16:creationId xmlns:a16="http://schemas.microsoft.com/office/drawing/2014/main" id="{F4CBD4E2-DDAC-4762-BCCF-C8F51C2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10" name="s6-backdata-table-header-text-1">
            <a:extLst xmlns:a="http://schemas.openxmlformats.org/drawingml/2006/main">
              <a:ext uri="{FF2B5EF4-FFF2-40B4-BE49-F238E27FC236}">
                <a16:creationId xmlns:a16="http://schemas.microsoft.com/office/drawing/2014/main" id="{1B05C260-6320-49C8-86B2-8E499024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항목</a:t>
            </a:r>
          </a:p>
        </p:txBody>
      </p:sp>
      <p:sp>
        <p:nvSpPr>
          <p:cNvPr id="6011" name="s6-backdata-table-header-2">
            <a:extLst xmlns:a="http://schemas.openxmlformats.org/drawingml/2006/main">
              <a:ext uri="{FF2B5EF4-FFF2-40B4-BE49-F238E27FC236}">
                <a16:creationId xmlns:a16="http://schemas.microsoft.com/office/drawing/2014/main" id="{6F57BD00-77DD-4B4F-B1CC-51BB8D9F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383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12" name="s6-backdata-table-header-text-2">
            <a:extLst xmlns:a="http://schemas.openxmlformats.org/drawingml/2006/main">
              <a:ext uri="{FF2B5EF4-FFF2-40B4-BE49-F238E27FC236}">
                <a16:creationId xmlns:a16="http://schemas.microsoft.com/office/drawing/2014/main" id="{2599A674-0235-4CEB-98AE-4B4C7A72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336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기준·조건</a:t>
            </a:r>
          </a:p>
        </p:txBody>
      </p:sp>
      <p:sp>
        <p:nvSpPr>
          <p:cNvPr id="6013" name="s6-backdata-table-header-3">
            <a:extLst xmlns:a="http://schemas.openxmlformats.org/drawingml/2006/main">
              <a:ext uri="{FF2B5EF4-FFF2-40B4-BE49-F238E27FC236}">
                <a16:creationId xmlns:a16="http://schemas.microsoft.com/office/drawing/2014/main" id="{918AC2FF-846C-4296-A3CC-6CD6217A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383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14" name="s6-backdata-table-header-text-3">
            <a:extLst xmlns:a="http://schemas.openxmlformats.org/drawingml/2006/main">
              <a:ext uri="{FF2B5EF4-FFF2-40B4-BE49-F238E27FC236}">
                <a16:creationId xmlns:a16="http://schemas.microsoft.com/office/drawing/2014/main" id="{6913728E-B3E8-4A9A-BDF6-546297CA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336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확인 내용</a:t>
            </a:r>
          </a:p>
        </p:txBody>
      </p:sp>
      <p:sp>
        <p:nvSpPr>
          <p:cNvPr id="6015" name="s6-backdata-table-header-4">
            <a:extLst xmlns:a="http://schemas.openxmlformats.org/drawingml/2006/main">
              <a:ext uri="{FF2B5EF4-FFF2-40B4-BE49-F238E27FC236}">
                <a16:creationId xmlns:a16="http://schemas.microsoft.com/office/drawing/2014/main" id="{999E24B1-7743-43EF-B388-7124B8CE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383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16" name="s6-backdata-table-header-text-4">
            <a:extLst xmlns:a="http://schemas.openxmlformats.org/drawingml/2006/main">
              <a:ext uri="{FF2B5EF4-FFF2-40B4-BE49-F238E27FC236}">
                <a16:creationId xmlns:a16="http://schemas.microsoft.com/office/drawing/2014/main" id="{747DD575-3AC9-4632-9D7E-154915F5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336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차이·변화</a:t>
            </a:r>
          </a:p>
        </p:txBody>
      </p:sp>
      <p:sp>
        <p:nvSpPr>
          <p:cNvPr id="6017" name="s6-backdata-table-header-5">
            <a:extLst xmlns:a="http://schemas.openxmlformats.org/drawingml/2006/main">
              <a:ext uri="{FF2B5EF4-FFF2-40B4-BE49-F238E27FC236}">
                <a16:creationId xmlns:a16="http://schemas.microsoft.com/office/drawing/2014/main" id="{9BD4E69C-B8BC-4E2B-B972-3B964728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38350"/>
            <a:ext cx="2590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18" name="s6-backdata-table-header-text-5">
            <a:extLst xmlns:a="http://schemas.openxmlformats.org/drawingml/2006/main">
              <a:ext uri="{FF2B5EF4-FFF2-40B4-BE49-F238E27FC236}">
                <a16:creationId xmlns:a16="http://schemas.microsoft.com/office/drawing/2014/main" id="{2D3AF9CA-3C75-4B9A-B65F-AD21057A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3360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해석</a:t>
            </a:r>
          </a:p>
        </p:txBody>
      </p:sp>
      <p:sp>
        <p:nvSpPr>
          <p:cNvPr id="6019" name="s6-backdata-table-cell-1-1">
            <a:extLst xmlns:a="http://schemas.openxmlformats.org/drawingml/2006/main">
              <a:ext uri="{FF2B5EF4-FFF2-40B4-BE49-F238E27FC236}">
                <a16:creationId xmlns:a16="http://schemas.microsoft.com/office/drawing/2014/main" id="{C4D62BEB-F9F2-4A25-8337-FDB85C0B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20" name="s6-backdata-table-cell-text-1-1">
            <a:extLst xmlns:a="http://schemas.openxmlformats.org/drawingml/2006/main">
              <a:ext uri="{FF2B5EF4-FFF2-40B4-BE49-F238E27FC236}">
                <a16:creationId xmlns:a16="http://schemas.microsoft.com/office/drawing/2014/main" id="{7F6FA098-EBF4-48BB-A26C-56821045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[항목 1]</a:t>
            </a:r>
          </a:p>
        </p:txBody>
      </p:sp>
      <p:sp>
        <p:nvSpPr>
          <p:cNvPr id="6021" name="s6-backdata-table-cell-1-2">
            <a:extLst xmlns:a="http://schemas.openxmlformats.org/drawingml/2006/main">
              <a:ext uri="{FF2B5EF4-FFF2-40B4-BE49-F238E27FC236}">
                <a16:creationId xmlns:a16="http://schemas.microsoft.com/office/drawing/2014/main" id="{0C2E7B3D-152F-4A0E-B6A1-A83E8016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908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22" name="s6-backdata-table-cell-text-1-2">
            <a:extLst xmlns:a="http://schemas.openxmlformats.org/drawingml/2006/main">
              <a:ext uri="{FF2B5EF4-FFF2-40B4-BE49-F238E27FC236}">
                <a16:creationId xmlns:a16="http://schemas.microsoft.com/office/drawing/2014/main" id="{4107DF2E-2A06-46D9-8155-D1C29D30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7652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—</a:t>
            </a:r>
          </a:p>
        </p:txBody>
      </p:sp>
      <p:sp>
        <p:nvSpPr>
          <p:cNvPr id="6023" name="s6-backdata-table-cell-1-3">
            <a:extLst xmlns:a="http://schemas.openxmlformats.org/drawingml/2006/main">
              <a:ext uri="{FF2B5EF4-FFF2-40B4-BE49-F238E27FC236}">
                <a16:creationId xmlns:a16="http://schemas.microsoft.com/office/drawing/2014/main" id="{F44D755F-6B0F-4FED-BE51-BE9BCA43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908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24" name="s6-backdata-table-cell-text-1-3">
            <a:extLst xmlns:a="http://schemas.openxmlformats.org/drawingml/2006/main">
              <a:ext uri="{FF2B5EF4-FFF2-40B4-BE49-F238E27FC236}">
                <a16:creationId xmlns:a16="http://schemas.microsoft.com/office/drawing/2014/main" id="{258016C8-7C70-48E6-AC5F-3AFC7160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7652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—</a:t>
            </a:r>
          </a:p>
        </p:txBody>
      </p:sp>
      <p:sp>
        <p:nvSpPr>
          <p:cNvPr id="6025" name="s6-backdata-table-cell-1-4">
            <a:extLst xmlns:a="http://schemas.openxmlformats.org/drawingml/2006/main">
              <a:ext uri="{FF2B5EF4-FFF2-40B4-BE49-F238E27FC236}">
                <a16:creationId xmlns:a16="http://schemas.microsoft.com/office/drawing/2014/main" id="{B578899B-E62F-44C2-9615-DEBD8BC8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908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26" name="s6-backdata-table-cell-text-1-4">
            <a:extLst xmlns:a="http://schemas.openxmlformats.org/drawingml/2006/main">
              <a:ext uri="{FF2B5EF4-FFF2-40B4-BE49-F238E27FC236}">
                <a16:creationId xmlns:a16="http://schemas.microsoft.com/office/drawing/2014/main" id="{C7CEDFDD-ED71-4402-8BE5-11D2BED1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7652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—</a:t>
            </a:r>
          </a:p>
        </p:txBody>
      </p:sp>
      <p:sp>
        <p:nvSpPr>
          <p:cNvPr id="6027" name="s6-backdata-table-cell-1-5">
            <a:extLst xmlns:a="http://schemas.openxmlformats.org/drawingml/2006/main">
              <a:ext uri="{FF2B5EF4-FFF2-40B4-BE49-F238E27FC236}">
                <a16:creationId xmlns:a16="http://schemas.microsoft.com/office/drawing/2014/main" id="{320C42D9-97FB-4950-BFCB-C44DD9BC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90800"/>
            <a:ext cx="2590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28" name="s6-backdata-table-cell-text-1-5">
            <a:extLst xmlns:a="http://schemas.openxmlformats.org/drawingml/2006/main">
              <a:ext uri="{FF2B5EF4-FFF2-40B4-BE49-F238E27FC236}">
                <a16:creationId xmlns:a16="http://schemas.microsoft.com/office/drawing/2014/main" id="{60C38A6B-DF8E-4C67-96A1-E202EC7E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76525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[해석]</a:t>
            </a:r>
          </a:p>
        </p:txBody>
      </p:sp>
      <p:sp>
        <p:nvSpPr>
          <p:cNvPr id="6029" name="s6-backdata-table-cell-2-1">
            <a:extLst xmlns:a="http://schemas.openxmlformats.org/drawingml/2006/main">
              <a:ext uri="{FF2B5EF4-FFF2-40B4-BE49-F238E27FC236}">
                <a16:creationId xmlns:a16="http://schemas.microsoft.com/office/drawing/2014/main" id="{3E6836CE-A0BA-4BAE-9E05-52E6A83E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30" name="s6-backdata-table-cell-text-2-1">
            <a:extLst xmlns:a="http://schemas.openxmlformats.org/drawingml/2006/main">
              <a:ext uri="{FF2B5EF4-FFF2-40B4-BE49-F238E27FC236}">
                <a16:creationId xmlns:a16="http://schemas.microsoft.com/office/drawing/2014/main" id="{954562F8-EC1E-465A-AADE-80F3B53D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[항목 2]</a:t>
            </a:r>
          </a:p>
        </p:txBody>
      </p:sp>
      <p:sp>
        <p:nvSpPr>
          <p:cNvPr id="6031" name="s6-backdata-table-cell-2-2">
            <a:extLst xmlns:a="http://schemas.openxmlformats.org/drawingml/2006/main">
              <a:ext uri="{FF2B5EF4-FFF2-40B4-BE49-F238E27FC236}">
                <a16:creationId xmlns:a16="http://schemas.microsoft.com/office/drawing/2014/main" id="{B81075A9-B949-4A50-AB8A-D75822FC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432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32" name="s6-backdata-table-cell-text-2-2">
            <a:extLst xmlns:a="http://schemas.openxmlformats.org/drawingml/2006/main">
              <a:ext uri="{FF2B5EF4-FFF2-40B4-BE49-F238E27FC236}">
                <a16:creationId xmlns:a16="http://schemas.microsoft.com/office/drawing/2014/main" id="{938C08C6-8104-443E-B7D2-C09B6200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289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—</a:t>
            </a:r>
          </a:p>
        </p:txBody>
      </p:sp>
      <p:sp>
        <p:nvSpPr>
          <p:cNvPr id="6033" name="s6-backdata-table-cell-2-3">
            <a:extLst xmlns:a="http://schemas.openxmlformats.org/drawingml/2006/main">
              <a:ext uri="{FF2B5EF4-FFF2-40B4-BE49-F238E27FC236}">
                <a16:creationId xmlns:a16="http://schemas.microsoft.com/office/drawing/2014/main" id="{B2C6130A-076C-48CD-8B75-3CFA318E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432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34" name="s6-backdata-table-cell-text-2-3">
            <a:extLst xmlns:a="http://schemas.openxmlformats.org/drawingml/2006/main">
              <a:ext uri="{FF2B5EF4-FFF2-40B4-BE49-F238E27FC236}">
                <a16:creationId xmlns:a16="http://schemas.microsoft.com/office/drawing/2014/main" id="{D629544D-958D-4874-B654-A20E88E1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289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—</a:t>
            </a:r>
          </a:p>
        </p:txBody>
      </p:sp>
      <p:sp>
        <p:nvSpPr>
          <p:cNvPr id="6035" name="s6-backdata-table-cell-2-4">
            <a:extLst xmlns:a="http://schemas.openxmlformats.org/drawingml/2006/main">
              <a:ext uri="{FF2B5EF4-FFF2-40B4-BE49-F238E27FC236}">
                <a16:creationId xmlns:a16="http://schemas.microsoft.com/office/drawing/2014/main" id="{0C208335-ACCA-4D4F-BAA2-329ED6FA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432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36" name="s6-backdata-table-cell-text-2-4">
            <a:extLst xmlns:a="http://schemas.openxmlformats.org/drawingml/2006/main">
              <a:ext uri="{FF2B5EF4-FFF2-40B4-BE49-F238E27FC236}">
                <a16:creationId xmlns:a16="http://schemas.microsoft.com/office/drawing/2014/main" id="{7C29357A-8FFC-4642-A267-136633F2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289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—</a:t>
            </a:r>
          </a:p>
        </p:txBody>
      </p:sp>
      <p:sp>
        <p:nvSpPr>
          <p:cNvPr id="6037" name="s6-backdata-table-cell-2-5">
            <a:extLst xmlns:a="http://schemas.openxmlformats.org/drawingml/2006/main">
              <a:ext uri="{FF2B5EF4-FFF2-40B4-BE49-F238E27FC236}">
                <a16:creationId xmlns:a16="http://schemas.microsoft.com/office/drawing/2014/main" id="{52F595A9-4D82-4B18-955A-EB43685D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2590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38" name="s6-backdata-table-cell-text-2-5">
            <a:extLst xmlns:a="http://schemas.openxmlformats.org/drawingml/2006/main">
              <a:ext uri="{FF2B5EF4-FFF2-40B4-BE49-F238E27FC236}">
                <a16:creationId xmlns:a16="http://schemas.microsoft.com/office/drawing/2014/main" id="{BEB1547A-4685-4CC6-995E-2095AFC2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28975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[해석]</a:t>
            </a:r>
          </a:p>
        </p:txBody>
      </p:sp>
      <p:sp>
        <p:nvSpPr>
          <p:cNvPr id="6039" name="s6-backdata-table-cell-3-1">
            <a:extLst xmlns:a="http://schemas.openxmlformats.org/drawingml/2006/main">
              <a:ext uri="{FF2B5EF4-FFF2-40B4-BE49-F238E27FC236}">
                <a16:creationId xmlns:a16="http://schemas.microsoft.com/office/drawing/2014/main" id="{35FFFB06-E6FB-4CEB-87FB-B539657E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40" name="s6-backdata-table-cell-text-3-1">
            <a:extLst xmlns:a="http://schemas.openxmlformats.org/drawingml/2006/main">
              <a:ext uri="{FF2B5EF4-FFF2-40B4-BE49-F238E27FC236}">
                <a16:creationId xmlns:a16="http://schemas.microsoft.com/office/drawing/2014/main" id="{EEB585CD-653F-457E-AEDC-83E2CC10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[항목 3]</a:t>
            </a:r>
          </a:p>
        </p:txBody>
      </p:sp>
      <p:sp>
        <p:nvSpPr>
          <p:cNvPr id="6041" name="s6-backdata-table-cell-3-2">
            <a:extLst xmlns:a="http://schemas.openxmlformats.org/drawingml/2006/main">
              <a:ext uri="{FF2B5EF4-FFF2-40B4-BE49-F238E27FC236}">
                <a16:creationId xmlns:a16="http://schemas.microsoft.com/office/drawing/2014/main" id="{1B41A4D2-584A-4832-B6CD-A92A1DCC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957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42" name="s6-backdata-table-cell-text-3-2">
            <a:extLst xmlns:a="http://schemas.openxmlformats.org/drawingml/2006/main">
              <a:ext uri="{FF2B5EF4-FFF2-40B4-BE49-F238E27FC236}">
                <a16:creationId xmlns:a16="http://schemas.microsoft.com/office/drawing/2014/main" id="{6EA84357-37A6-4B6F-B273-92CD5635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8142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—</a:t>
            </a:r>
          </a:p>
        </p:txBody>
      </p:sp>
      <p:sp>
        <p:nvSpPr>
          <p:cNvPr id="6043" name="s6-backdata-table-cell-3-3">
            <a:extLst xmlns:a="http://schemas.openxmlformats.org/drawingml/2006/main">
              <a:ext uri="{FF2B5EF4-FFF2-40B4-BE49-F238E27FC236}">
                <a16:creationId xmlns:a16="http://schemas.microsoft.com/office/drawing/2014/main" id="{CC3748A9-1C48-4B3B-A691-E7463184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957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44" name="s6-backdata-table-cell-text-3-3">
            <a:extLst xmlns:a="http://schemas.openxmlformats.org/drawingml/2006/main">
              <a:ext uri="{FF2B5EF4-FFF2-40B4-BE49-F238E27FC236}">
                <a16:creationId xmlns:a16="http://schemas.microsoft.com/office/drawing/2014/main" id="{865E04DF-9C77-4C1A-9888-38EE67B4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8142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—</a:t>
            </a:r>
          </a:p>
        </p:txBody>
      </p:sp>
      <p:sp>
        <p:nvSpPr>
          <p:cNvPr id="6045" name="s6-backdata-table-cell-3-4">
            <a:extLst xmlns:a="http://schemas.openxmlformats.org/drawingml/2006/main">
              <a:ext uri="{FF2B5EF4-FFF2-40B4-BE49-F238E27FC236}">
                <a16:creationId xmlns:a16="http://schemas.microsoft.com/office/drawing/2014/main" id="{160F6D5B-DFF7-4873-8B20-ED604552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957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46" name="s6-backdata-table-cell-text-3-4">
            <a:extLst xmlns:a="http://schemas.openxmlformats.org/drawingml/2006/main">
              <a:ext uri="{FF2B5EF4-FFF2-40B4-BE49-F238E27FC236}">
                <a16:creationId xmlns:a16="http://schemas.microsoft.com/office/drawing/2014/main" id="{61560E2F-C201-455B-A477-F48DCCA7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8142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—</a:t>
            </a:r>
          </a:p>
        </p:txBody>
      </p:sp>
      <p:sp>
        <p:nvSpPr>
          <p:cNvPr id="6047" name="s6-backdata-table-cell-3-5">
            <a:extLst xmlns:a="http://schemas.openxmlformats.org/drawingml/2006/main">
              <a:ext uri="{FF2B5EF4-FFF2-40B4-BE49-F238E27FC236}">
                <a16:creationId xmlns:a16="http://schemas.microsoft.com/office/drawing/2014/main" id="{D10E4777-4A4A-4374-BE81-550898FD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95700"/>
            <a:ext cx="2590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48" name="s6-backdata-table-cell-text-3-5">
            <a:extLst xmlns:a="http://schemas.openxmlformats.org/drawingml/2006/main">
              <a:ext uri="{FF2B5EF4-FFF2-40B4-BE49-F238E27FC236}">
                <a16:creationId xmlns:a16="http://schemas.microsoft.com/office/drawing/2014/main" id="{CDF1227C-A974-4567-B5DF-3BE9AB02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81425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[해석]</a:t>
            </a:r>
          </a:p>
        </p:txBody>
      </p:sp>
      <p:sp>
        <p:nvSpPr>
          <p:cNvPr id="6049" name="s6-backdata-table-cell-4-1">
            <a:extLst xmlns:a="http://schemas.openxmlformats.org/drawingml/2006/main">
              <a:ext uri="{FF2B5EF4-FFF2-40B4-BE49-F238E27FC236}">
                <a16:creationId xmlns:a16="http://schemas.microsoft.com/office/drawing/2014/main" id="{A287CD3E-0C6A-4C32-8F66-CF77812C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50" name="s6-backdata-table-cell-text-4-1">
            <a:extLst xmlns:a="http://schemas.openxmlformats.org/drawingml/2006/main">
              <a:ext uri="{FF2B5EF4-FFF2-40B4-BE49-F238E27FC236}">
                <a16:creationId xmlns:a16="http://schemas.microsoft.com/office/drawing/2014/main" id="{DBFEFAA2-24D6-4FD4-95B0-868296B9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[항목 4]</a:t>
            </a:r>
          </a:p>
        </p:txBody>
      </p:sp>
      <p:sp>
        <p:nvSpPr>
          <p:cNvPr id="6051" name="s6-backdata-table-cell-4-2">
            <a:extLst xmlns:a="http://schemas.openxmlformats.org/drawingml/2006/main">
              <a:ext uri="{FF2B5EF4-FFF2-40B4-BE49-F238E27FC236}">
                <a16:creationId xmlns:a16="http://schemas.microsoft.com/office/drawing/2014/main" id="{B75C09E8-EECF-48E5-8ECE-D31E200D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481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52" name="s6-backdata-table-cell-text-4-2">
            <a:extLst xmlns:a="http://schemas.openxmlformats.org/drawingml/2006/main">
              <a:ext uri="{FF2B5EF4-FFF2-40B4-BE49-F238E27FC236}">
                <a16:creationId xmlns:a16="http://schemas.microsoft.com/office/drawing/2014/main" id="{CE095533-1E54-4E14-BCD7-8CBD3576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338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—</a:t>
            </a:r>
          </a:p>
        </p:txBody>
      </p:sp>
      <p:sp>
        <p:nvSpPr>
          <p:cNvPr id="6053" name="s6-backdata-table-cell-4-3">
            <a:extLst xmlns:a="http://schemas.openxmlformats.org/drawingml/2006/main">
              <a:ext uri="{FF2B5EF4-FFF2-40B4-BE49-F238E27FC236}">
                <a16:creationId xmlns:a16="http://schemas.microsoft.com/office/drawing/2014/main" id="{93678555-11FD-49E5-9051-167C7D95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481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54" name="s6-backdata-table-cell-text-4-3">
            <a:extLst xmlns:a="http://schemas.openxmlformats.org/drawingml/2006/main">
              <a:ext uri="{FF2B5EF4-FFF2-40B4-BE49-F238E27FC236}">
                <a16:creationId xmlns:a16="http://schemas.microsoft.com/office/drawing/2014/main" id="{B6D017D6-6EF5-4F7F-9B80-62E82979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338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—</a:t>
            </a:r>
          </a:p>
        </p:txBody>
      </p:sp>
      <p:sp>
        <p:nvSpPr>
          <p:cNvPr id="6055" name="s6-backdata-table-cell-4-4">
            <a:extLst xmlns:a="http://schemas.openxmlformats.org/drawingml/2006/main">
              <a:ext uri="{FF2B5EF4-FFF2-40B4-BE49-F238E27FC236}">
                <a16:creationId xmlns:a16="http://schemas.microsoft.com/office/drawing/2014/main" id="{3665FBEF-2296-4C52-8E8A-93B65EEC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481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56" name="s6-backdata-table-cell-text-4-4">
            <a:extLst xmlns:a="http://schemas.openxmlformats.org/drawingml/2006/main">
              <a:ext uri="{FF2B5EF4-FFF2-40B4-BE49-F238E27FC236}">
                <a16:creationId xmlns:a16="http://schemas.microsoft.com/office/drawing/2014/main" id="{EC2181B8-F351-4716-93DB-2A558A91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33875"/>
            <a:ext cx="1943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—</a:t>
            </a:r>
          </a:p>
        </p:txBody>
      </p:sp>
      <p:sp>
        <p:nvSpPr>
          <p:cNvPr id="6057" name="s6-backdata-table-cell-4-5">
            <a:extLst xmlns:a="http://schemas.openxmlformats.org/drawingml/2006/main">
              <a:ext uri="{FF2B5EF4-FFF2-40B4-BE49-F238E27FC236}">
                <a16:creationId xmlns:a16="http://schemas.microsoft.com/office/drawing/2014/main" id="{7D1BDD25-9810-4E6C-A16E-41651E88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48150"/>
            <a:ext cx="2590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CD"/>
            </a:solidFill>
            <a:prstDash val="solid"/>
          </a:ln>
        </p:spPr>
      </p:sp>
      <p:sp>
        <p:nvSpPr>
          <p:cNvPr id="6058" name="s6-backdata-table-cell-text-4-5">
            <a:extLst xmlns:a="http://schemas.openxmlformats.org/drawingml/2006/main">
              <a:ext uri="{FF2B5EF4-FFF2-40B4-BE49-F238E27FC236}">
                <a16:creationId xmlns:a16="http://schemas.microsoft.com/office/drawing/2014/main" id="{DD5985D3-E366-4CE0-B098-19AD573E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33875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[해석]</a:t>
            </a:r>
          </a:p>
        </p:txBody>
      </p:sp>
      <p:sp>
        <p:nvSpPr>
          <p:cNvPr id="6059" name="s6-source-note">
            <a:extLst xmlns:a="http://schemas.openxmlformats.org/drawingml/2006/main">
              <a:ext uri="{FF2B5EF4-FFF2-40B4-BE49-F238E27FC236}">
                <a16:creationId xmlns:a16="http://schemas.microsoft.com/office/drawing/2014/main" id="{3F1D5170-BA68-40EF-A3C2-33D96CA7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606368"/>
                </a:solidFill>
                <a:latin typeface="NanumBarunGothicOTF"/>
                <a:ea typeface="NanumBarunGothicOTF"/>
                <a:cs typeface="NanumBarunGothicOTF"/>
              </a:rPr>
              <a:t>출처: [자료명]  |  기준일: YYYY-MM-DD  |  단위: [단위]</a:t>
            </a:r>
          </a:p>
        </p:txBody>
      </p:sp>
      <p:sp>
        <p:nvSpPr>
          <p:cNvPr id="6060" name="s6-backdata-interpretation">
            <a:extLst xmlns:a="http://schemas.openxmlformats.org/drawingml/2006/main">
              <a:ext uri="{FF2B5EF4-FFF2-40B4-BE49-F238E27FC236}">
                <a16:creationId xmlns:a16="http://schemas.microsoft.com/office/drawing/2014/main" id="{D3A517AB-8AFD-498E-975D-6FD2518A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61" name="s6-backdata-interpretation-text">
            <a:extLst xmlns:a="http://schemas.openxmlformats.org/drawingml/2006/main">
              <a:ext uri="{FF2B5EF4-FFF2-40B4-BE49-F238E27FC236}">
                <a16:creationId xmlns:a16="http://schemas.microsoft.com/office/drawing/2014/main" id="{4BAE634B-0367-4EDD-9FD5-BA0267EA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53075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해석  |  </a:t>
            </a:r>
            <a:r>
              <a:rPr sz="1400" b="1" i="0">
                <a:solidFill>
                  <a:srgbClr val="111111"/>
                </a:solidFill>
                <a:latin typeface="NanumBarunGothicOTF"/>
                <a:ea typeface="NanumBarunGothicOTF"/>
                <a:cs typeface="NanumBarunGothicOTF"/>
              </a:rPr>
              <a:t>[표에서 읽어야 할 핵심 의미]</a:t>
            </a:r>
            <a:r>
              <a:rPr sz="1400" b="1" i="0">
                <a:solidFill>
                  <a:srgbClr val="E00012"/>
                </a:solidFill>
                <a:latin typeface="NanumBarunGothicOTF"/>
                <a:ea typeface="NanumBarunGothicOTF"/>
                <a:cs typeface="NanumBarunGothicOTF"/>
              </a:rPr>
              <a:t>  →  [결정에 미치는 영향]</a:t>
            </a:r>
          </a:p>
        </p:txBody>
      </p:sp>
    </p:spTree>
    <p:extLst>
      <p:ext uri="{BB962C8B-B14F-4D97-AF65-F5344CB8AC3E}">
        <p14:creationId xmlns:p14="http://schemas.microsoft.com/office/powerpoint/2010/main" val="582854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2026-07-22T14:36:32.3960000Z</dcterms:created>
  <dcterms:modified xsi:type="dcterms:W3CDTF">2026-07-22T14:36:32.3960000Z</dcterms:modified>
</coreProperties>
</file>